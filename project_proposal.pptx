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18"/>
  </p:notesMasterIdLst>
  <p:sldIdLst>
    <p:sldId id="256" r:id="rId2"/>
    <p:sldId id="259" r:id="rId3"/>
    <p:sldId id="283" r:id="rId4"/>
    <p:sldId id="268" r:id="rId5"/>
    <p:sldId id="261" r:id="rId6"/>
    <p:sldId id="264" r:id="rId7"/>
    <p:sldId id="274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ExtraBold" panose="00000900000000000000" pitchFamily="2" charset="0"/>
      <p:bold r:id="rId23"/>
      <p:boldItalic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93C82-D6C9-432A-BEAF-DC6165ECE271}" v="5" dt="2025-09-01T03:55:48.998"/>
  </p1510:revLst>
</p1510:revInfo>
</file>

<file path=ppt/tableStyles.xml><?xml version="1.0" encoding="utf-8"?>
<a:tblStyleLst xmlns:a="http://schemas.openxmlformats.org/drawingml/2006/main" def="{9EE2A08F-2547-4306-B2FD-9EC94E864394}">
  <a:tblStyle styleId="{9EE2A08F-2547-4306-B2FD-9EC94E8643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wrab habib" userId="6ed0f00245df941c" providerId="LiveId" clId="{65F663E2-7486-443B-8E0A-1984978C7A27}"/>
    <pc:docChg chg="undo custSel addSld modSld">
      <pc:chgData name="showrab habib" userId="6ed0f00245df941c" providerId="LiveId" clId="{65F663E2-7486-443B-8E0A-1984978C7A27}" dt="2025-09-01T04:00:45.573" v="188" actId="313"/>
      <pc:docMkLst>
        <pc:docMk/>
      </pc:docMkLst>
      <pc:sldChg chg="modSp mod">
        <pc:chgData name="showrab habib" userId="6ed0f00245df941c" providerId="LiveId" clId="{65F663E2-7486-443B-8E0A-1984978C7A27}" dt="2025-09-01T03:50:20.215" v="48" actId="207"/>
        <pc:sldMkLst>
          <pc:docMk/>
          <pc:sldMk cId="0" sldId="256"/>
        </pc:sldMkLst>
        <pc:spChg chg="mod">
          <ac:chgData name="showrab habib" userId="6ed0f00245df941c" providerId="LiveId" clId="{65F663E2-7486-443B-8E0A-1984978C7A27}" dt="2025-09-01T03:50:12.792" v="47" actId="255"/>
          <ac:spMkLst>
            <pc:docMk/>
            <pc:sldMk cId="0" sldId="256"/>
            <ac:spMk id="290" creationId="{00000000-0000-0000-0000-000000000000}"/>
          </ac:spMkLst>
        </pc:spChg>
        <pc:spChg chg="mod">
          <ac:chgData name="showrab habib" userId="6ed0f00245df941c" providerId="LiveId" clId="{65F663E2-7486-443B-8E0A-1984978C7A27}" dt="2025-09-01T03:50:20.215" v="48" actId="207"/>
          <ac:spMkLst>
            <pc:docMk/>
            <pc:sldMk cId="0" sldId="256"/>
            <ac:spMk id="291" creationId="{00000000-0000-0000-0000-000000000000}"/>
          </ac:spMkLst>
        </pc:spChg>
      </pc:sldChg>
      <pc:sldChg chg="addSp delSp modSp mod delAnim">
        <pc:chgData name="showrab habib" userId="6ed0f00245df941c" providerId="LiveId" clId="{65F663E2-7486-443B-8E0A-1984978C7A27}" dt="2025-09-01T04:00:45.573" v="188" actId="313"/>
        <pc:sldMkLst>
          <pc:docMk/>
          <pc:sldMk cId="0" sldId="259"/>
        </pc:sldMkLst>
        <pc:spChg chg="add del mod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3" creationId="{E6443199-66F8-FBCE-CE74-BCBA054A8B41}"/>
          </ac:spMkLst>
        </pc:spChg>
        <pc:spChg chg="add del mod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5" creationId="{166EBBD2-EFB2-2445-2BCD-5833255B7A21}"/>
          </ac:spMkLst>
        </pc:spChg>
        <pc:spChg chg="add del mod">
          <ac:chgData name="showrab habib" userId="6ed0f00245df941c" providerId="LiveId" clId="{65F663E2-7486-443B-8E0A-1984978C7A27}" dt="2025-09-01T03:50:41.644" v="52" actId="478"/>
          <ac:spMkLst>
            <pc:docMk/>
            <pc:sldMk cId="0" sldId="259"/>
            <ac:spMk id="7" creationId="{19C20BBC-2921-2E16-88DB-0C75E744FF75}"/>
          </ac:spMkLst>
        </pc:spChg>
        <pc:spChg chg="add del mod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9" creationId="{5A97F34D-961A-8900-B78C-7DC0270CBFD2}"/>
          </ac:spMkLst>
        </pc:spChg>
        <pc:spChg chg="add del mod">
          <ac:chgData name="showrab habib" userId="6ed0f00245df941c" providerId="LiveId" clId="{65F663E2-7486-443B-8E0A-1984978C7A27}" dt="2025-09-01T03:50:41.644" v="52" actId="478"/>
          <ac:spMkLst>
            <pc:docMk/>
            <pc:sldMk cId="0" sldId="259"/>
            <ac:spMk id="11" creationId="{0EAF0A80-EBAC-C3FC-C93A-D4C8488F0B34}"/>
          </ac:spMkLst>
        </pc:spChg>
        <pc:spChg chg="del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13" creationId="{F37193DB-FC3D-2339-101A-14914584F302}"/>
          </ac:spMkLst>
        </pc:spChg>
        <pc:spChg chg="del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15" creationId="{BAFAA924-717E-B332-850F-05BA6C0EE137}"/>
          </ac:spMkLst>
        </pc:spChg>
        <pc:spChg chg="add del mod">
          <ac:chgData name="showrab habib" userId="6ed0f00245df941c" providerId="LiveId" clId="{65F663E2-7486-443B-8E0A-1984978C7A27}" dt="2025-09-01T03:50:41.644" v="52" actId="478"/>
          <ac:spMkLst>
            <pc:docMk/>
            <pc:sldMk cId="0" sldId="259"/>
            <ac:spMk id="17" creationId="{C5953EE9-0EC3-C29B-DF4D-514E048C7375}"/>
          </ac:spMkLst>
        </pc:spChg>
        <pc:spChg chg="add del mod">
          <ac:chgData name="showrab habib" userId="6ed0f00245df941c" providerId="LiveId" clId="{65F663E2-7486-443B-8E0A-1984978C7A27}" dt="2025-09-01T03:50:41.644" v="52" actId="478"/>
          <ac:spMkLst>
            <pc:docMk/>
            <pc:sldMk cId="0" sldId="259"/>
            <ac:spMk id="19" creationId="{BB393C65-98E6-38B4-E93A-23E5AB7E0178}"/>
          </ac:spMkLst>
        </pc:spChg>
        <pc:spChg chg="add mod">
          <ac:chgData name="showrab habib" userId="6ed0f00245df941c" providerId="LiveId" clId="{65F663E2-7486-443B-8E0A-1984978C7A27}" dt="2025-09-01T04:00:45.573" v="188" actId="313"/>
          <ac:spMkLst>
            <pc:docMk/>
            <pc:sldMk cId="0" sldId="259"/>
            <ac:spMk id="20" creationId="{BC5A9CD8-5500-FDC2-17A1-286DCEC966DE}"/>
          </ac:spMkLst>
        </pc:spChg>
        <pc:spChg chg="add del mod">
          <ac:chgData name="showrab habib" userId="6ed0f00245df941c" providerId="LiveId" clId="{65F663E2-7486-443B-8E0A-1984978C7A27}" dt="2025-09-01T03:55:00.323" v="111"/>
          <ac:spMkLst>
            <pc:docMk/>
            <pc:sldMk cId="0" sldId="259"/>
            <ac:spMk id="21" creationId="{1C47CF56-57C3-8FF9-14FF-2A2789CCEDA5}"/>
          </ac:spMkLst>
        </pc:spChg>
        <pc:spChg chg="del mod">
          <ac:chgData name="showrab habib" userId="6ed0f00245df941c" providerId="LiveId" clId="{65F663E2-7486-443B-8E0A-1984978C7A27}" dt="2025-09-01T03:50:56.971" v="62" actId="478"/>
          <ac:spMkLst>
            <pc:docMk/>
            <pc:sldMk cId="0" sldId="259"/>
            <ac:spMk id="315" creationId="{00000000-0000-0000-0000-000000000000}"/>
          </ac:spMkLst>
        </pc:spChg>
        <pc:spChg chg="del mod">
          <ac:chgData name="showrab habib" userId="6ed0f00245df941c" providerId="LiveId" clId="{65F663E2-7486-443B-8E0A-1984978C7A27}" dt="2025-09-01T03:50:54.440" v="60" actId="478"/>
          <ac:spMkLst>
            <pc:docMk/>
            <pc:sldMk cId="0" sldId="259"/>
            <ac:spMk id="316" creationId="{00000000-0000-0000-0000-000000000000}"/>
          </ac:spMkLst>
        </pc:spChg>
        <pc:spChg chg="mod">
          <ac:chgData name="showrab habib" userId="6ed0f00245df941c" providerId="LiveId" clId="{65F663E2-7486-443B-8E0A-1984978C7A27}" dt="2025-09-01T03:58:28.547" v="186" actId="14100"/>
          <ac:spMkLst>
            <pc:docMk/>
            <pc:sldMk cId="0" sldId="259"/>
            <ac:spMk id="317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5.193" v="50" actId="478"/>
          <ac:spMkLst>
            <pc:docMk/>
            <pc:sldMk cId="0" sldId="259"/>
            <ac:spMk id="318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322" creationId="{00000000-0000-0000-0000-000000000000}"/>
          </ac:spMkLst>
        </pc:spChg>
        <pc:spChg chg="del mod">
          <ac:chgData name="showrab habib" userId="6ed0f00245df941c" providerId="LiveId" clId="{65F663E2-7486-443B-8E0A-1984978C7A27}" dt="2025-09-01T03:50:35.193" v="50" actId="478"/>
          <ac:spMkLst>
            <pc:docMk/>
            <pc:sldMk cId="0" sldId="259"/>
            <ac:spMk id="323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5.193" v="50" actId="478"/>
          <ac:spMkLst>
            <pc:docMk/>
            <pc:sldMk cId="0" sldId="259"/>
            <ac:spMk id="324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5.193" v="50" actId="478"/>
          <ac:spMkLst>
            <pc:docMk/>
            <pc:sldMk cId="0" sldId="259"/>
            <ac:spMk id="325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8.913" v="51" actId="478"/>
          <ac:spMkLst>
            <pc:docMk/>
            <pc:sldMk cId="0" sldId="259"/>
            <ac:spMk id="326" creationId="{00000000-0000-0000-0000-000000000000}"/>
          </ac:spMkLst>
        </pc:spChg>
        <pc:spChg chg="del">
          <ac:chgData name="showrab habib" userId="6ed0f00245df941c" providerId="LiveId" clId="{65F663E2-7486-443B-8E0A-1984978C7A27}" dt="2025-09-01T03:50:35.193" v="50" actId="478"/>
          <ac:spMkLst>
            <pc:docMk/>
            <pc:sldMk cId="0" sldId="259"/>
            <ac:spMk id="328" creationId="{00000000-0000-0000-0000-000000000000}"/>
          </ac:spMkLst>
        </pc:spChg>
        <pc:cxnChg chg="del">
          <ac:chgData name="showrab habib" userId="6ed0f00245df941c" providerId="LiveId" clId="{65F663E2-7486-443B-8E0A-1984978C7A27}" dt="2025-09-01T03:50:48.423" v="56" actId="478"/>
          <ac:cxnSpMkLst>
            <pc:docMk/>
            <pc:sldMk cId="0" sldId="259"/>
            <ac:cxnSpMk id="330" creationId="{00000000-0000-0000-0000-000000000000}"/>
          </ac:cxnSpMkLst>
        </pc:cxnChg>
        <pc:cxnChg chg="del">
          <ac:chgData name="showrab habib" userId="6ed0f00245df941c" providerId="LiveId" clId="{65F663E2-7486-443B-8E0A-1984978C7A27}" dt="2025-09-01T03:50:45.286" v="54" actId="478"/>
          <ac:cxnSpMkLst>
            <pc:docMk/>
            <pc:sldMk cId="0" sldId="259"/>
            <ac:cxnSpMk id="331" creationId="{00000000-0000-0000-0000-000000000000}"/>
          </ac:cxnSpMkLst>
        </pc:cxnChg>
        <pc:cxnChg chg="del">
          <ac:chgData name="showrab habib" userId="6ed0f00245df941c" providerId="LiveId" clId="{65F663E2-7486-443B-8E0A-1984978C7A27}" dt="2025-09-01T03:50:43.897" v="53" actId="478"/>
          <ac:cxnSpMkLst>
            <pc:docMk/>
            <pc:sldMk cId="0" sldId="259"/>
            <ac:cxnSpMk id="333" creationId="{00000000-0000-0000-0000-000000000000}"/>
          </ac:cxnSpMkLst>
        </pc:cxnChg>
        <pc:cxnChg chg="del">
          <ac:chgData name="showrab habib" userId="6ed0f00245df941c" providerId="LiveId" clId="{65F663E2-7486-443B-8E0A-1984978C7A27}" dt="2025-09-01T03:50:46.893" v="55" actId="478"/>
          <ac:cxnSpMkLst>
            <pc:docMk/>
            <pc:sldMk cId="0" sldId="259"/>
            <ac:cxnSpMk id="334" creationId="{00000000-0000-0000-0000-000000000000}"/>
          </ac:cxnSpMkLst>
        </pc:cxnChg>
      </pc:sldChg>
      <pc:sldChg chg="addSp delSp modSp add mod">
        <pc:chgData name="showrab habib" userId="6ed0f00245df941c" providerId="LiveId" clId="{65F663E2-7486-443B-8E0A-1984978C7A27}" dt="2025-09-01T03:59:03.703" v="187" actId="1076"/>
        <pc:sldMkLst>
          <pc:docMk/>
          <pc:sldMk cId="3045161626" sldId="283"/>
        </pc:sldMkLst>
        <pc:spChg chg="add del mod">
          <ac:chgData name="showrab habib" userId="6ed0f00245df941c" providerId="LiveId" clId="{65F663E2-7486-443B-8E0A-1984978C7A27}" dt="2025-09-01T03:55:59.292" v="121" actId="478"/>
          <ac:spMkLst>
            <pc:docMk/>
            <pc:sldMk cId="3045161626" sldId="283"/>
            <ac:spMk id="3" creationId="{69C320A4-867E-70FF-9914-CB0C9C3AE1B6}"/>
          </ac:spMkLst>
        </pc:spChg>
        <pc:spChg chg="mod">
          <ac:chgData name="showrab habib" userId="6ed0f00245df941c" providerId="LiveId" clId="{65F663E2-7486-443B-8E0A-1984978C7A27}" dt="2025-09-01T03:59:03.703" v="187" actId="1076"/>
          <ac:spMkLst>
            <pc:docMk/>
            <pc:sldMk cId="3045161626" sldId="283"/>
            <ac:spMk id="20" creationId="{2CDCAE64-CE11-4D91-38CA-BC31621D4727}"/>
          </ac:spMkLst>
        </pc:spChg>
        <pc:spChg chg="del">
          <ac:chgData name="showrab habib" userId="6ed0f00245df941c" providerId="LiveId" clId="{65F663E2-7486-443B-8E0A-1984978C7A27}" dt="2025-09-01T03:55:30.215" v="116" actId="478"/>
          <ac:spMkLst>
            <pc:docMk/>
            <pc:sldMk cId="3045161626" sldId="283"/>
            <ac:spMk id="317" creationId="{FB6E6A26-2877-D758-7C92-472AA6472952}"/>
          </ac:spMkLst>
        </pc:spChg>
      </pc:sldChg>
    </pc:docChg>
  </pc:docChgLst>
  <pc:docChgLst>
    <pc:chgData name="showrab habib" userId="6ed0f00245df941c" providerId="LiveId" clId="{984C4F74-F86F-4C07-ACE3-93A7F4A295E0}"/>
    <pc:docChg chg="undo custSel addSld delSld modSld sldOrd delMainMaster">
      <pc:chgData name="showrab habib" userId="6ed0f00245df941c" providerId="LiveId" clId="{984C4F74-F86F-4C07-ACE3-93A7F4A295E0}" dt="2025-02-06T17:52:32.500" v="774" actId="20577"/>
      <pc:docMkLst>
        <pc:docMk/>
      </pc:docMkLst>
      <pc:sldChg chg="modSp mod">
        <pc:chgData name="showrab habib" userId="6ed0f00245df941c" providerId="LiveId" clId="{984C4F74-F86F-4C07-ACE3-93A7F4A295E0}" dt="2025-02-06T17:52:32.500" v="774" actId="20577"/>
        <pc:sldMkLst>
          <pc:docMk/>
          <pc:sldMk cId="0" sldId="256"/>
        </pc:sldMkLst>
      </pc:sldChg>
      <pc:sldChg chg="del">
        <pc:chgData name="showrab habib" userId="6ed0f00245df941c" providerId="LiveId" clId="{984C4F74-F86F-4C07-ACE3-93A7F4A295E0}" dt="2025-02-03T20:38:24.818" v="15" actId="47"/>
        <pc:sldMkLst>
          <pc:docMk/>
          <pc:sldMk cId="0" sldId="257"/>
        </pc:sldMkLst>
      </pc:sldChg>
      <pc:sldChg chg="delSp modSp del mod">
        <pc:chgData name="showrab habib" userId="6ed0f00245df941c" providerId="LiveId" clId="{984C4F74-F86F-4C07-ACE3-93A7F4A295E0}" dt="2025-02-06T06:18:16.508" v="594" actId="47"/>
        <pc:sldMkLst>
          <pc:docMk/>
          <pc:sldMk cId="0" sldId="258"/>
        </pc:sldMkLst>
      </pc:sldChg>
      <pc:sldChg chg="addSp delSp modSp mod ord delAnim">
        <pc:chgData name="showrab habib" userId="6ed0f00245df941c" providerId="LiveId" clId="{984C4F74-F86F-4C07-ACE3-93A7F4A295E0}" dt="2025-02-06T06:33:27.395" v="695" actId="20577"/>
        <pc:sldMkLst>
          <pc:docMk/>
          <pc:sldMk cId="0" sldId="259"/>
        </pc:sldMkLst>
      </pc:sldChg>
      <pc:sldChg chg="del">
        <pc:chgData name="showrab habib" userId="6ed0f00245df941c" providerId="LiveId" clId="{984C4F74-F86F-4C07-ACE3-93A7F4A295E0}" dt="2025-02-03T20:38:53.915" v="19" actId="47"/>
        <pc:sldMkLst>
          <pc:docMk/>
          <pc:sldMk cId="0" sldId="260"/>
        </pc:sldMkLst>
      </pc:sldChg>
      <pc:sldChg chg="addSp delSp modSp mod">
        <pc:chgData name="showrab habib" userId="6ed0f00245df941c" providerId="LiveId" clId="{984C4F74-F86F-4C07-ACE3-93A7F4A295E0}" dt="2025-02-06T15:58:08.080" v="764" actId="14100"/>
        <pc:sldMkLst>
          <pc:docMk/>
          <pc:sldMk cId="0" sldId="261"/>
        </pc:sldMkLst>
      </pc:sldChg>
      <pc:sldChg chg="del">
        <pc:chgData name="showrab habib" userId="6ed0f00245df941c" providerId="LiveId" clId="{984C4F74-F86F-4C07-ACE3-93A7F4A295E0}" dt="2025-02-03T20:40:26.945" v="55" actId="47"/>
        <pc:sldMkLst>
          <pc:docMk/>
          <pc:sldMk cId="0" sldId="262"/>
        </pc:sldMkLst>
      </pc:sldChg>
      <pc:sldChg chg="del">
        <pc:chgData name="showrab habib" userId="6ed0f00245df941c" providerId="LiveId" clId="{984C4F74-F86F-4C07-ACE3-93A7F4A295E0}" dt="2025-02-03T20:40:02.792" v="47" actId="47"/>
        <pc:sldMkLst>
          <pc:docMk/>
          <pc:sldMk cId="0" sldId="263"/>
        </pc:sldMkLst>
      </pc:sldChg>
      <pc:sldChg chg="addSp delSp modSp mod delAnim">
        <pc:chgData name="showrab habib" userId="6ed0f00245df941c" providerId="LiveId" clId="{984C4F74-F86F-4C07-ACE3-93A7F4A295E0}" dt="2025-02-06T06:35:20.309" v="698" actId="14100"/>
        <pc:sldMkLst>
          <pc:docMk/>
          <pc:sldMk cId="0" sldId="264"/>
        </pc:sldMkLst>
      </pc:sldChg>
      <pc:sldChg chg="del">
        <pc:chgData name="showrab habib" userId="6ed0f00245df941c" providerId="LiveId" clId="{984C4F74-F86F-4C07-ACE3-93A7F4A295E0}" dt="2025-02-03T20:40:24.872" v="54" actId="47"/>
        <pc:sldMkLst>
          <pc:docMk/>
          <pc:sldMk cId="0" sldId="265"/>
        </pc:sldMkLst>
      </pc:sldChg>
      <pc:sldChg chg="del">
        <pc:chgData name="showrab habib" userId="6ed0f00245df941c" providerId="LiveId" clId="{984C4F74-F86F-4C07-ACE3-93A7F4A295E0}" dt="2025-02-03T20:42:05.822" v="91" actId="47"/>
        <pc:sldMkLst>
          <pc:docMk/>
          <pc:sldMk cId="0" sldId="266"/>
        </pc:sldMkLst>
      </pc:sldChg>
      <pc:sldChg chg="del">
        <pc:chgData name="showrab habib" userId="6ed0f00245df941c" providerId="LiveId" clId="{984C4F74-F86F-4C07-ACE3-93A7F4A295E0}" dt="2025-02-03T20:40:21.851" v="53" actId="47"/>
        <pc:sldMkLst>
          <pc:docMk/>
          <pc:sldMk cId="0" sldId="267"/>
        </pc:sldMkLst>
      </pc:sldChg>
      <pc:sldChg chg="addSp delSp modSp mod ord delAnim">
        <pc:chgData name="showrab habib" userId="6ed0f00245df941c" providerId="LiveId" clId="{984C4F74-F86F-4C07-ACE3-93A7F4A295E0}" dt="2025-02-05T21:34:15.774" v="517" actId="5793"/>
        <pc:sldMkLst>
          <pc:docMk/>
          <pc:sldMk cId="0" sldId="268"/>
        </pc:sldMkLst>
      </pc:sldChg>
      <pc:sldChg chg="del">
        <pc:chgData name="showrab habib" userId="6ed0f00245df941c" providerId="LiveId" clId="{984C4F74-F86F-4C07-ACE3-93A7F4A295E0}" dt="2025-02-03T20:41:12.683" v="67" actId="47"/>
        <pc:sldMkLst>
          <pc:docMk/>
          <pc:sldMk cId="0" sldId="269"/>
        </pc:sldMkLst>
      </pc:sldChg>
      <pc:sldChg chg="del">
        <pc:chgData name="showrab habib" userId="6ed0f00245df941c" providerId="LiveId" clId="{984C4F74-F86F-4C07-ACE3-93A7F4A295E0}" dt="2025-02-03T20:41:14.506" v="68" actId="47"/>
        <pc:sldMkLst>
          <pc:docMk/>
          <pc:sldMk cId="0" sldId="270"/>
        </pc:sldMkLst>
      </pc:sldChg>
      <pc:sldChg chg="del">
        <pc:chgData name="showrab habib" userId="6ed0f00245df941c" providerId="LiveId" clId="{984C4F74-F86F-4C07-ACE3-93A7F4A295E0}" dt="2025-02-03T20:41:15.549" v="69" actId="47"/>
        <pc:sldMkLst>
          <pc:docMk/>
          <pc:sldMk cId="0" sldId="271"/>
        </pc:sldMkLst>
      </pc:sldChg>
      <pc:sldChg chg="del">
        <pc:chgData name="showrab habib" userId="6ed0f00245df941c" providerId="LiveId" clId="{984C4F74-F86F-4C07-ACE3-93A7F4A295E0}" dt="2025-02-03T20:41:18.361" v="70" actId="47"/>
        <pc:sldMkLst>
          <pc:docMk/>
          <pc:sldMk cId="0" sldId="272"/>
        </pc:sldMkLst>
      </pc:sldChg>
      <pc:sldChg chg="addSp delSp modSp mod">
        <pc:chgData name="showrab habib" userId="6ed0f00245df941c" providerId="LiveId" clId="{984C4F74-F86F-4C07-ACE3-93A7F4A295E0}" dt="2025-02-05T21:27:28.900" v="453" actId="1076"/>
        <pc:sldMkLst>
          <pc:docMk/>
          <pc:sldMk cId="0" sldId="273"/>
        </pc:sldMkLst>
      </pc:sldChg>
      <pc:sldChg chg="del">
        <pc:chgData name="showrab habib" userId="6ed0f00245df941c" providerId="LiveId" clId="{984C4F74-F86F-4C07-ACE3-93A7F4A295E0}" dt="2025-02-03T20:42:10.050" v="92" actId="47"/>
        <pc:sldMkLst>
          <pc:docMk/>
          <pc:sldMk cId="0" sldId="274"/>
        </pc:sldMkLst>
      </pc:sldChg>
      <pc:sldChg chg="addSp modSp add mod ord">
        <pc:chgData name="showrab habib" userId="6ed0f00245df941c" providerId="LiveId" clId="{984C4F74-F86F-4C07-ACE3-93A7F4A295E0}" dt="2025-02-05T21:54:30.724" v="532" actId="20577"/>
        <pc:sldMkLst>
          <pc:docMk/>
          <pc:sldMk cId="268363105" sldId="274"/>
        </pc:sldMkLst>
      </pc:sldChg>
      <pc:sldChg chg="del">
        <pc:chgData name="showrab habib" userId="6ed0f00245df941c" providerId="LiveId" clId="{984C4F74-F86F-4C07-ACE3-93A7F4A295E0}" dt="2025-02-03T20:42:11.407" v="93" actId="47"/>
        <pc:sldMkLst>
          <pc:docMk/>
          <pc:sldMk cId="0" sldId="275"/>
        </pc:sldMkLst>
      </pc:sldChg>
      <pc:sldChg chg="modSp add mod">
        <pc:chgData name="showrab habib" userId="6ed0f00245df941c" providerId="LiveId" clId="{984C4F74-F86F-4C07-ACE3-93A7F4A295E0}" dt="2025-02-05T21:33:57.331" v="514" actId="20577"/>
        <pc:sldMkLst>
          <pc:docMk/>
          <pc:sldMk cId="978021576" sldId="275"/>
        </pc:sldMkLst>
      </pc:sldChg>
      <pc:sldChg chg="add del">
        <pc:chgData name="showrab habib" userId="6ed0f00245df941c" providerId="LiveId" clId="{984C4F74-F86F-4C07-ACE3-93A7F4A295E0}" dt="2025-02-05T19:29:01.773" v="313"/>
        <pc:sldMkLst>
          <pc:docMk/>
          <pc:sldMk cId="2078904167" sldId="275"/>
        </pc:sldMkLst>
      </pc:sldChg>
      <pc:sldChg chg="del">
        <pc:chgData name="showrab habib" userId="6ed0f00245df941c" providerId="LiveId" clId="{984C4F74-F86F-4C07-ACE3-93A7F4A295E0}" dt="2025-02-03T20:42:12.128" v="94" actId="47"/>
        <pc:sldMkLst>
          <pc:docMk/>
          <pc:sldMk cId="0" sldId="276"/>
        </pc:sldMkLst>
      </pc:sldChg>
      <pc:sldChg chg="addSp delSp modSp mod">
        <pc:chgData name="showrab habib" userId="6ed0f00245df941c" providerId="LiveId" clId="{984C4F74-F86F-4C07-ACE3-93A7F4A295E0}" dt="2025-02-05T21:50:24.111" v="522" actId="962"/>
        <pc:sldMkLst>
          <pc:docMk/>
          <pc:sldMk cId="2922732329" sldId="276"/>
        </pc:sldMkLst>
      </pc:sldChg>
      <pc:sldChg chg="del">
        <pc:chgData name="showrab habib" userId="6ed0f00245df941c" providerId="LiveId" clId="{984C4F74-F86F-4C07-ACE3-93A7F4A295E0}" dt="2025-02-03T20:42:12.811" v="95" actId="47"/>
        <pc:sldMkLst>
          <pc:docMk/>
          <pc:sldMk cId="0" sldId="277"/>
        </pc:sldMkLst>
      </pc:sldChg>
      <pc:sldChg chg="addSp delSp modSp add mod">
        <pc:chgData name="showrab habib" userId="6ed0f00245df941c" providerId="LiveId" clId="{984C4F74-F86F-4C07-ACE3-93A7F4A295E0}" dt="2025-02-05T21:54:00.005" v="530" actId="1076"/>
        <pc:sldMkLst>
          <pc:docMk/>
          <pc:sldMk cId="3860050106" sldId="277"/>
        </pc:sldMkLst>
      </pc:sldChg>
      <pc:sldChg chg="del">
        <pc:chgData name="showrab habib" userId="6ed0f00245df941c" providerId="LiveId" clId="{984C4F74-F86F-4C07-ACE3-93A7F4A295E0}" dt="2025-02-03T20:42:13.480" v="96" actId="47"/>
        <pc:sldMkLst>
          <pc:docMk/>
          <pc:sldMk cId="0" sldId="278"/>
        </pc:sldMkLst>
      </pc:sldChg>
      <pc:sldChg chg="modSp add mod ord">
        <pc:chgData name="showrab habib" userId="6ed0f00245df941c" providerId="LiveId" clId="{984C4F74-F86F-4C07-ACE3-93A7F4A295E0}" dt="2025-02-06T06:22:08.867" v="646" actId="20577"/>
        <pc:sldMkLst>
          <pc:docMk/>
          <pc:sldMk cId="1336747495" sldId="278"/>
        </pc:sldMkLst>
      </pc:sldChg>
      <pc:sldChg chg="del">
        <pc:chgData name="showrab habib" userId="6ed0f00245df941c" providerId="LiveId" clId="{984C4F74-F86F-4C07-ACE3-93A7F4A295E0}" dt="2025-02-03T20:42:14.124" v="97" actId="47"/>
        <pc:sldMkLst>
          <pc:docMk/>
          <pc:sldMk cId="0" sldId="279"/>
        </pc:sldMkLst>
      </pc:sldChg>
      <pc:sldChg chg="addSp delSp modSp add mod ord">
        <pc:chgData name="showrab habib" userId="6ed0f00245df941c" providerId="LiveId" clId="{984C4F74-F86F-4C07-ACE3-93A7F4A295E0}" dt="2025-02-06T06:30:46.059" v="660" actId="1076"/>
        <pc:sldMkLst>
          <pc:docMk/>
          <pc:sldMk cId="4220951978" sldId="279"/>
        </pc:sldMkLst>
      </pc:sldChg>
      <pc:sldChg chg="del">
        <pc:chgData name="showrab habib" userId="6ed0f00245df941c" providerId="LiveId" clId="{984C4F74-F86F-4C07-ACE3-93A7F4A295E0}" dt="2025-02-03T20:42:14.669" v="98" actId="47"/>
        <pc:sldMkLst>
          <pc:docMk/>
          <pc:sldMk cId="0" sldId="280"/>
        </pc:sldMkLst>
      </pc:sldChg>
      <pc:sldChg chg="addSp delSp modSp add mod">
        <pc:chgData name="showrab habib" userId="6ed0f00245df941c" providerId="LiveId" clId="{984C4F74-F86F-4C07-ACE3-93A7F4A295E0}" dt="2025-02-06T07:04:49.310" v="711" actId="478"/>
        <pc:sldMkLst>
          <pc:docMk/>
          <pc:sldMk cId="1124647419" sldId="280"/>
        </pc:sldMkLst>
      </pc:sldChg>
      <pc:sldChg chg="del">
        <pc:chgData name="showrab habib" userId="6ed0f00245df941c" providerId="LiveId" clId="{984C4F74-F86F-4C07-ACE3-93A7F4A295E0}" dt="2025-02-03T20:42:16.975" v="99" actId="47"/>
        <pc:sldMkLst>
          <pc:docMk/>
          <pc:sldMk cId="0" sldId="281"/>
        </pc:sldMkLst>
      </pc:sldChg>
      <pc:sldChg chg="addSp delSp modSp add mod">
        <pc:chgData name="showrab habib" userId="6ed0f00245df941c" providerId="LiveId" clId="{984C4F74-F86F-4C07-ACE3-93A7F4A295E0}" dt="2025-02-06T07:09:22.145" v="716" actId="1076"/>
        <pc:sldMkLst>
          <pc:docMk/>
          <pc:sldMk cId="312167412" sldId="281"/>
        </pc:sldMkLst>
      </pc:sldChg>
      <pc:sldChg chg="del">
        <pc:chgData name="showrab habib" userId="6ed0f00245df941c" providerId="LiveId" clId="{984C4F74-F86F-4C07-ACE3-93A7F4A295E0}" dt="2025-02-03T20:42:17.550" v="100" actId="47"/>
        <pc:sldMkLst>
          <pc:docMk/>
          <pc:sldMk cId="0" sldId="282"/>
        </pc:sldMkLst>
      </pc:sldChg>
      <pc:sldChg chg="delSp modSp new mod">
        <pc:chgData name="showrab habib" userId="6ed0f00245df941c" providerId="LiveId" clId="{984C4F74-F86F-4C07-ACE3-93A7F4A295E0}" dt="2025-02-06T07:09:58.941" v="762" actId="20577"/>
        <pc:sldMkLst>
          <pc:docMk/>
          <pc:sldMk cId="2223007744" sldId="282"/>
        </pc:sldMkLst>
      </pc:sldChg>
      <pc:sldChg chg="del">
        <pc:chgData name="showrab habib" userId="6ed0f00245df941c" providerId="LiveId" clId="{984C4F74-F86F-4C07-ACE3-93A7F4A295E0}" dt="2025-02-03T20:42:18.812" v="101" actId="47"/>
        <pc:sldMkLst>
          <pc:docMk/>
          <pc:sldMk cId="0" sldId="283"/>
        </pc:sldMkLst>
      </pc:sldChg>
      <pc:sldChg chg="del">
        <pc:chgData name="showrab habib" userId="6ed0f00245df941c" providerId="LiveId" clId="{984C4F74-F86F-4C07-ACE3-93A7F4A295E0}" dt="2025-02-03T20:42:19.620" v="102" actId="47"/>
        <pc:sldMkLst>
          <pc:docMk/>
          <pc:sldMk cId="0" sldId="284"/>
        </pc:sldMkLst>
      </pc:sldChg>
      <pc:sldChg chg="del">
        <pc:chgData name="showrab habib" userId="6ed0f00245df941c" providerId="LiveId" clId="{984C4F74-F86F-4C07-ACE3-93A7F4A295E0}" dt="2025-02-03T20:42:20.740" v="103" actId="47"/>
        <pc:sldMkLst>
          <pc:docMk/>
          <pc:sldMk cId="0" sldId="285"/>
        </pc:sldMkLst>
      </pc:sldChg>
      <pc:sldChg chg="del">
        <pc:chgData name="showrab habib" userId="6ed0f00245df941c" providerId="LiveId" clId="{984C4F74-F86F-4C07-ACE3-93A7F4A295E0}" dt="2025-02-03T20:42:21.400" v="104" actId="47"/>
        <pc:sldMkLst>
          <pc:docMk/>
          <pc:sldMk cId="0" sldId="286"/>
        </pc:sldMkLst>
      </pc:sldChg>
      <pc:sldChg chg="del">
        <pc:chgData name="showrab habib" userId="6ed0f00245df941c" providerId="LiveId" clId="{984C4F74-F86F-4C07-ACE3-93A7F4A295E0}" dt="2025-02-03T20:42:22.873" v="105" actId="47"/>
        <pc:sldMkLst>
          <pc:docMk/>
          <pc:sldMk cId="0" sldId="287"/>
        </pc:sldMkLst>
      </pc:sldChg>
      <pc:sldChg chg="del">
        <pc:chgData name="showrab habib" userId="6ed0f00245df941c" providerId="LiveId" clId="{984C4F74-F86F-4C07-ACE3-93A7F4A295E0}" dt="2025-02-03T20:42:23.701" v="106" actId="47"/>
        <pc:sldMkLst>
          <pc:docMk/>
          <pc:sldMk cId="0" sldId="288"/>
        </pc:sldMkLst>
      </pc:sldChg>
      <pc:sldChg chg="del">
        <pc:chgData name="showrab habib" userId="6ed0f00245df941c" providerId="LiveId" clId="{984C4F74-F86F-4C07-ACE3-93A7F4A295E0}" dt="2025-02-03T20:42:24.310" v="107" actId="47"/>
        <pc:sldMkLst>
          <pc:docMk/>
          <pc:sldMk cId="0" sldId="289"/>
        </pc:sldMkLst>
      </pc:sldChg>
      <pc:sldChg chg="del">
        <pc:chgData name="showrab habib" userId="6ed0f00245df941c" providerId="LiveId" clId="{984C4F74-F86F-4C07-ACE3-93A7F4A295E0}" dt="2025-02-03T20:42:24.919" v="108" actId="47"/>
        <pc:sldMkLst>
          <pc:docMk/>
          <pc:sldMk cId="0" sldId="290"/>
        </pc:sldMkLst>
      </pc:sldChg>
      <pc:sldChg chg="del">
        <pc:chgData name="showrab habib" userId="6ed0f00245df941c" providerId="LiveId" clId="{984C4F74-F86F-4C07-ACE3-93A7F4A295E0}" dt="2025-02-03T20:42:25.612" v="109" actId="47"/>
        <pc:sldMkLst>
          <pc:docMk/>
          <pc:sldMk cId="0" sldId="291"/>
        </pc:sldMkLst>
      </pc:sldChg>
      <pc:sldChg chg="del">
        <pc:chgData name="showrab habib" userId="6ed0f00245df941c" providerId="LiveId" clId="{984C4F74-F86F-4C07-ACE3-93A7F4A295E0}" dt="2025-02-03T20:42:26.072" v="110" actId="47"/>
        <pc:sldMkLst>
          <pc:docMk/>
          <pc:sldMk cId="0" sldId="292"/>
        </pc:sldMkLst>
      </pc:sldChg>
      <pc:sldChg chg="del">
        <pc:chgData name="showrab habib" userId="6ed0f00245df941c" providerId="LiveId" clId="{984C4F74-F86F-4C07-ACE3-93A7F4A295E0}" dt="2025-02-03T20:42:26.586" v="111" actId="47"/>
        <pc:sldMkLst>
          <pc:docMk/>
          <pc:sldMk cId="0" sldId="293"/>
        </pc:sldMkLst>
      </pc:sldChg>
      <pc:sldChg chg="del">
        <pc:chgData name="showrab habib" userId="6ed0f00245df941c" providerId="LiveId" clId="{984C4F74-F86F-4C07-ACE3-93A7F4A295E0}" dt="2025-02-03T20:42:27.051" v="112" actId="47"/>
        <pc:sldMkLst>
          <pc:docMk/>
          <pc:sldMk cId="0" sldId="294"/>
        </pc:sldMkLst>
      </pc:sldChg>
      <pc:sldChg chg="del">
        <pc:chgData name="showrab habib" userId="6ed0f00245df941c" providerId="LiveId" clId="{984C4F74-F86F-4C07-ACE3-93A7F4A295E0}" dt="2025-02-03T20:42:27.563" v="113" actId="47"/>
        <pc:sldMkLst>
          <pc:docMk/>
          <pc:sldMk cId="0" sldId="295"/>
        </pc:sldMkLst>
      </pc:sldChg>
      <pc:sldChg chg="del">
        <pc:chgData name="showrab habib" userId="6ed0f00245df941c" providerId="LiveId" clId="{984C4F74-F86F-4C07-ACE3-93A7F4A295E0}" dt="2025-02-03T20:42:28.006" v="114" actId="47"/>
        <pc:sldMkLst>
          <pc:docMk/>
          <pc:sldMk cId="0" sldId="296"/>
        </pc:sldMkLst>
      </pc:sldChg>
      <pc:sldChg chg="del">
        <pc:chgData name="showrab habib" userId="6ed0f00245df941c" providerId="LiveId" clId="{984C4F74-F86F-4C07-ACE3-93A7F4A295E0}" dt="2025-02-03T20:42:28.689" v="115" actId="47"/>
        <pc:sldMkLst>
          <pc:docMk/>
          <pc:sldMk cId="0" sldId="297"/>
        </pc:sldMkLst>
      </pc:sldChg>
      <pc:sldChg chg="del">
        <pc:chgData name="showrab habib" userId="6ed0f00245df941c" providerId="LiveId" clId="{984C4F74-F86F-4C07-ACE3-93A7F4A295E0}" dt="2025-02-03T20:42:29.262" v="116" actId="47"/>
        <pc:sldMkLst>
          <pc:docMk/>
          <pc:sldMk cId="0" sldId="298"/>
        </pc:sldMkLst>
      </pc:sldChg>
      <pc:sldChg chg="del">
        <pc:chgData name="showrab habib" userId="6ed0f00245df941c" providerId="LiveId" clId="{984C4F74-F86F-4C07-ACE3-93A7F4A295E0}" dt="2025-02-03T20:42:29.701" v="117" actId="47"/>
        <pc:sldMkLst>
          <pc:docMk/>
          <pc:sldMk cId="0" sldId="299"/>
        </pc:sldMkLst>
      </pc:sldChg>
      <pc:sldChg chg="del">
        <pc:chgData name="showrab habib" userId="6ed0f00245df941c" providerId="LiveId" clId="{984C4F74-F86F-4C07-ACE3-93A7F4A295E0}" dt="2025-02-03T20:42:30.054" v="118" actId="47"/>
        <pc:sldMkLst>
          <pc:docMk/>
          <pc:sldMk cId="0" sldId="300"/>
        </pc:sldMkLst>
      </pc:sldChg>
      <pc:sldChg chg="del">
        <pc:chgData name="showrab habib" userId="6ed0f00245df941c" providerId="LiveId" clId="{984C4F74-F86F-4C07-ACE3-93A7F4A295E0}" dt="2025-02-03T20:42:30.372" v="119" actId="47"/>
        <pc:sldMkLst>
          <pc:docMk/>
          <pc:sldMk cId="0" sldId="301"/>
        </pc:sldMkLst>
      </pc:sldChg>
      <pc:sldChg chg="del">
        <pc:chgData name="showrab habib" userId="6ed0f00245df941c" providerId="LiveId" clId="{984C4F74-F86F-4C07-ACE3-93A7F4A295E0}" dt="2025-02-03T20:42:30.677" v="120" actId="47"/>
        <pc:sldMkLst>
          <pc:docMk/>
          <pc:sldMk cId="0" sldId="302"/>
        </pc:sldMkLst>
      </pc:sldChg>
      <pc:sldChg chg="del">
        <pc:chgData name="showrab habib" userId="6ed0f00245df941c" providerId="LiveId" clId="{984C4F74-F86F-4C07-ACE3-93A7F4A295E0}" dt="2025-02-03T20:42:30.917" v="121" actId="47"/>
        <pc:sldMkLst>
          <pc:docMk/>
          <pc:sldMk cId="0" sldId="303"/>
        </pc:sldMkLst>
      </pc:sldChg>
      <pc:sldChg chg="del">
        <pc:chgData name="showrab habib" userId="6ed0f00245df941c" providerId="LiveId" clId="{984C4F74-F86F-4C07-ACE3-93A7F4A295E0}" dt="2025-02-03T20:42:31.181" v="122" actId="47"/>
        <pc:sldMkLst>
          <pc:docMk/>
          <pc:sldMk cId="0" sldId="304"/>
        </pc:sldMkLst>
      </pc:sldChg>
      <pc:sldChg chg="del">
        <pc:chgData name="showrab habib" userId="6ed0f00245df941c" providerId="LiveId" clId="{984C4F74-F86F-4C07-ACE3-93A7F4A295E0}" dt="2025-02-03T20:42:31.467" v="123" actId="47"/>
        <pc:sldMkLst>
          <pc:docMk/>
          <pc:sldMk cId="0" sldId="305"/>
        </pc:sldMkLst>
      </pc:sldChg>
      <pc:sldChg chg="del">
        <pc:chgData name="showrab habib" userId="6ed0f00245df941c" providerId="LiveId" clId="{984C4F74-F86F-4C07-ACE3-93A7F4A295E0}" dt="2025-02-03T20:42:31.803" v="124" actId="47"/>
        <pc:sldMkLst>
          <pc:docMk/>
          <pc:sldMk cId="0" sldId="306"/>
        </pc:sldMkLst>
      </pc:sldChg>
      <pc:sldChg chg="del">
        <pc:chgData name="showrab habib" userId="6ed0f00245df941c" providerId="LiveId" clId="{984C4F74-F86F-4C07-ACE3-93A7F4A295E0}" dt="2025-02-03T20:42:32.123" v="125" actId="47"/>
        <pc:sldMkLst>
          <pc:docMk/>
          <pc:sldMk cId="0" sldId="307"/>
        </pc:sldMkLst>
      </pc:sldChg>
      <pc:sldChg chg="del">
        <pc:chgData name="showrab habib" userId="6ed0f00245df941c" providerId="LiveId" clId="{984C4F74-F86F-4C07-ACE3-93A7F4A295E0}" dt="2025-02-03T20:42:32.423" v="126" actId="47"/>
        <pc:sldMkLst>
          <pc:docMk/>
          <pc:sldMk cId="0" sldId="308"/>
        </pc:sldMkLst>
      </pc:sldChg>
      <pc:sldChg chg="del">
        <pc:chgData name="showrab habib" userId="6ed0f00245df941c" providerId="LiveId" clId="{984C4F74-F86F-4C07-ACE3-93A7F4A295E0}" dt="2025-02-03T20:42:32.742" v="127" actId="47"/>
        <pc:sldMkLst>
          <pc:docMk/>
          <pc:sldMk cId="0" sldId="309"/>
        </pc:sldMkLst>
      </pc:sldChg>
      <pc:sldChg chg="del">
        <pc:chgData name="showrab habib" userId="6ed0f00245df941c" providerId="LiveId" clId="{984C4F74-F86F-4C07-ACE3-93A7F4A295E0}" dt="2025-02-03T20:42:33.057" v="128" actId="47"/>
        <pc:sldMkLst>
          <pc:docMk/>
          <pc:sldMk cId="0" sldId="310"/>
        </pc:sldMkLst>
      </pc:sldChg>
      <pc:sldChg chg="del">
        <pc:chgData name="showrab habib" userId="6ed0f00245df941c" providerId="LiveId" clId="{984C4F74-F86F-4C07-ACE3-93A7F4A295E0}" dt="2025-02-03T20:42:33.385" v="129" actId="47"/>
        <pc:sldMkLst>
          <pc:docMk/>
          <pc:sldMk cId="0" sldId="311"/>
        </pc:sldMkLst>
      </pc:sldChg>
      <pc:sldChg chg="del">
        <pc:chgData name="showrab habib" userId="6ed0f00245df941c" providerId="LiveId" clId="{984C4F74-F86F-4C07-ACE3-93A7F4A295E0}" dt="2025-02-03T20:42:33.909" v="130" actId="47"/>
        <pc:sldMkLst>
          <pc:docMk/>
          <pc:sldMk cId="0" sldId="312"/>
        </pc:sldMkLst>
      </pc:sldChg>
      <pc:sldChg chg="del">
        <pc:chgData name="showrab habib" userId="6ed0f00245df941c" providerId="LiveId" clId="{984C4F74-F86F-4C07-ACE3-93A7F4A295E0}" dt="2025-02-03T20:42:34.383" v="131" actId="47"/>
        <pc:sldMkLst>
          <pc:docMk/>
          <pc:sldMk cId="0" sldId="313"/>
        </pc:sldMkLst>
      </pc:sldChg>
      <pc:sldChg chg="del">
        <pc:chgData name="showrab habib" userId="6ed0f00245df941c" providerId="LiveId" clId="{984C4F74-F86F-4C07-ACE3-93A7F4A295E0}" dt="2025-02-03T20:42:34.986" v="132" actId="47"/>
        <pc:sldMkLst>
          <pc:docMk/>
          <pc:sldMk cId="0" sldId="314"/>
        </pc:sldMkLst>
      </pc:sldChg>
      <pc:sldChg chg="del">
        <pc:chgData name="showrab habib" userId="6ed0f00245df941c" providerId="LiveId" clId="{984C4F74-F86F-4C07-ACE3-93A7F4A295E0}" dt="2025-02-03T20:42:35.668" v="133" actId="47"/>
        <pc:sldMkLst>
          <pc:docMk/>
          <pc:sldMk cId="0" sldId="315"/>
        </pc:sldMkLst>
      </pc:sldChg>
      <pc:sldChg chg="del">
        <pc:chgData name="showrab habib" userId="6ed0f00245df941c" providerId="LiveId" clId="{984C4F74-F86F-4C07-ACE3-93A7F4A295E0}" dt="2025-02-03T20:42:36.083" v="134" actId="47"/>
        <pc:sldMkLst>
          <pc:docMk/>
          <pc:sldMk cId="0" sldId="316"/>
        </pc:sldMkLst>
      </pc:sldChg>
      <pc:sldChg chg="del">
        <pc:chgData name="showrab habib" userId="6ed0f00245df941c" providerId="LiveId" clId="{984C4F74-F86F-4C07-ACE3-93A7F4A295E0}" dt="2025-02-03T20:42:36.480" v="135" actId="47"/>
        <pc:sldMkLst>
          <pc:docMk/>
          <pc:sldMk cId="0" sldId="317"/>
        </pc:sldMkLst>
      </pc:sldChg>
      <pc:sldChg chg="del">
        <pc:chgData name="showrab habib" userId="6ed0f00245df941c" providerId="LiveId" clId="{984C4F74-F86F-4C07-ACE3-93A7F4A295E0}" dt="2025-02-03T20:42:36.856" v="136" actId="47"/>
        <pc:sldMkLst>
          <pc:docMk/>
          <pc:sldMk cId="0" sldId="318"/>
        </pc:sldMkLst>
      </pc:sldChg>
      <pc:sldChg chg="del">
        <pc:chgData name="showrab habib" userId="6ed0f00245df941c" providerId="LiveId" clId="{984C4F74-F86F-4C07-ACE3-93A7F4A295E0}" dt="2025-02-03T20:42:37.255" v="137" actId="47"/>
        <pc:sldMkLst>
          <pc:docMk/>
          <pc:sldMk cId="0" sldId="319"/>
        </pc:sldMkLst>
      </pc:sldChg>
      <pc:sldChg chg="del">
        <pc:chgData name="showrab habib" userId="6ed0f00245df941c" providerId="LiveId" clId="{984C4F74-F86F-4C07-ACE3-93A7F4A295E0}" dt="2025-02-03T20:40:59.964" v="66" actId="47"/>
        <pc:sldMkLst>
          <pc:docMk/>
          <pc:sldMk cId="0" sldId="320"/>
        </pc:sldMkLst>
      </pc:sldChg>
      <pc:sldChg chg="del">
        <pc:chgData name="showrab habib" userId="6ed0f00245df941c" providerId="LiveId" clId="{984C4F74-F86F-4C07-ACE3-93A7F4A295E0}" dt="2025-02-03T20:40:57.412" v="65" actId="47"/>
        <pc:sldMkLst>
          <pc:docMk/>
          <pc:sldMk cId="0" sldId="321"/>
        </pc:sldMkLst>
      </pc:sldChg>
      <pc:sldChg chg="del">
        <pc:chgData name="showrab habib" userId="6ed0f00245df941c" providerId="LiveId" clId="{984C4F74-F86F-4C07-ACE3-93A7F4A295E0}" dt="2025-02-03T20:40:51.358" v="64" actId="47"/>
        <pc:sldMkLst>
          <pc:docMk/>
          <pc:sldMk cId="0" sldId="322"/>
        </pc:sldMkLst>
      </pc:sldChg>
      <pc:sldChg chg="del">
        <pc:chgData name="showrab habib" userId="6ed0f00245df941c" providerId="LiveId" clId="{984C4F74-F86F-4C07-ACE3-93A7F4A295E0}" dt="2025-02-03T20:42:37.921" v="138" actId="47"/>
        <pc:sldMkLst>
          <pc:docMk/>
          <pc:sldMk cId="0" sldId="323"/>
        </pc:sldMkLst>
      </pc:sldChg>
      <pc:sldChg chg="del">
        <pc:chgData name="showrab habib" userId="6ed0f00245df941c" providerId="LiveId" clId="{984C4F74-F86F-4C07-ACE3-93A7F4A295E0}" dt="2025-02-03T20:40:42.451" v="63" actId="47"/>
        <pc:sldMkLst>
          <pc:docMk/>
          <pc:sldMk cId="0" sldId="324"/>
        </pc:sldMkLst>
      </pc:sldChg>
      <pc:sldChg chg="del">
        <pc:chgData name="showrab habib" userId="6ed0f00245df941c" providerId="LiveId" clId="{984C4F74-F86F-4C07-ACE3-93A7F4A295E0}" dt="2025-02-03T20:40:40.992" v="62" actId="47"/>
        <pc:sldMkLst>
          <pc:docMk/>
          <pc:sldMk cId="0" sldId="325"/>
        </pc:sldMkLst>
      </pc:sldChg>
      <pc:sldChg chg="del">
        <pc:chgData name="showrab habib" userId="6ed0f00245df941c" providerId="LiveId" clId="{984C4F74-F86F-4C07-ACE3-93A7F4A295E0}" dt="2025-02-03T20:40:40.308" v="61" actId="47"/>
        <pc:sldMkLst>
          <pc:docMk/>
          <pc:sldMk cId="0" sldId="326"/>
        </pc:sldMkLst>
      </pc:sldChg>
      <pc:sldChg chg="del">
        <pc:chgData name="showrab habib" userId="6ed0f00245df941c" providerId="LiveId" clId="{984C4F74-F86F-4C07-ACE3-93A7F4A295E0}" dt="2025-02-03T20:40:39.624" v="60" actId="47"/>
        <pc:sldMkLst>
          <pc:docMk/>
          <pc:sldMk cId="0" sldId="327"/>
        </pc:sldMkLst>
      </pc:sldChg>
      <pc:sldChg chg="del">
        <pc:chgData name="showrab habib" userId="6ed0f00245df941c" providerId="LiveId" clId="{984C4F74-F86F-4C07-ACE3-93A7F4A295E0}" dt="2025-02-03T20:40:38.989" v="59" actId="47"/>
        <pc:sldMkLst>
          <pc:docMk/>
          <pc:sldMk cId="0" sldId="328"/>
        </pc:sldMkLst>
      </pc:sldChg>
      <pc:sldChg chg="del">
        <pc:chgData name="showrab habib" userId="6ed0f00245df941c" providerId="LiveId" clId="{984C4F74-F86F-4C07-ACE3-93A7F4A295E0}" dt="2025-02-03T20:40:38.458" v="58" actId="47"/>
        <pc:sldMkLst>
          <pc:docMk/>
          <pc:sldMk cId="0" sldId="329"/>
        </pc:sldMkLst>
      </pc:sldChg>
      <pc:sldChg chg="del">
        <pc:chgData name="showrab habib" userId="6ed0f00245df941c" providerId="LiveId" clId="{984C4F74-F86F-4C07-ACE3-93A7F4A295E0}" dt="2025-02-03T20:40:37.736" v="57" actId="47"/>
        <pc:sldMkLst>
          <pc:docMk/>
          <pc:sldMk cId="0" sldId="330"/>
        </pc:sldMkLst>
      </pc:sldChg>
      <pc:sldChg chg="del">
        <pc:chgData name="showrab habib" userId="6ed0f00245df941c" providerId="LiveId" clId="{984C4F74-F86F-4C07-ACE3-93A7F4A295E0}" dt="2025-02-03T20:40:33.728" v="56" actId="47"/>
        <pc:sldMkLst>
          <pc:docMk/>
          <pc:sldMk cId="0" sldId="331"/>
        </pc:sldMkLst>
      </pc:sldChg>
      <pc:sldMasterChg chg="delSldLayout">
        <pc:chgData name="showrab habib" userId="6ed0f00245df941c" providerId="LiveId" clId="{984C4F74-F86F-4C07-ACE3-93A7F4A295E0}" dt="2025-02-06T06:18:16.508" v="594" actId="47"/>
        <pc:sldMasterMkLst>
          <pc:docMk/>
          <pc:sldMasterMk cId="0" sldId="2147483695"/>
        </pc:sldMasterMkLst>
        <pc:sldLayoutChg chg="del">
          <pc:chgData name="showrab habib" userId="6ed0f00245df941c" providerId="LiveId" clId="{984C4F74-F86F-4C07-ACE3-93A7F4A295E0}" dt="2025-02-03T20:40:02.792" v="47" actId="47"/>
          <pc:sldLayoutMkLst>
            <pc:docMk/>
            <pc:sldMasterMk cId="0" sldId="2147483695"/>
            <pc:sldLayoutMk cId="0" sldId="2147483649"/>
          </pc:sldLayoutMkLst>
        </pc:sldLayoutChg>
        <pc:sldLayoutChg chg="del">
          <pc:chgData name="showrab habib" userId="6ed0f00245df941c" providerId="LiveId" clId="{984C4F74-F86F-4C07-ACE3-93A7F4A295E0}" dt="2025-02-03T20:38:24.818" v="15" actId="47"/>
          <pc:sldLayoutMkLst>
            <pc:docMk/>
            <pc:sldMasterMk cId="0" sldId="2147483695"/>
            <pc:sldLayoutMk cId="0" sldId="2147483650"/>
          </pc:sldLayoutMkLst>
        </pc:sldLayoutChg>
        <pc:sldLayoutChg chg="del">
          <pc:chgData name="showrab habib" userId="6ed0f00245df941c" providerId="LiveId" clId="{984C4F74-F86F-4C07-ACE3-93A7F4A295E0}" dt="2025-02-03T20:40:59.964" v="66" actId="47"/>
          <pc:sldLayoutMkLst>
            <pc:docMk/>
            <pc:sldMasterMk cId="0" sldId="2147483695"/>
            <pc:sldLayoutMk cId="0" sldId="2147483651"/>
          </pc:sldLayoutMkLst>
        </pc:sldLayoutChg>
        <pc:sldLayoutChg chg="del">
          <pc:chgData name="showrab habib" userId="6ed0f00245df941c" providerId="LiveId" clId="{984C4F74-F86F-4C07-ACE3-93A7F4A295E0}" dt="2025-02-03T20:40:21.851" v="53" actId="47"/>
          <pc:sldLayoutMkLst>
            <pc:docMk/>
            <pc:sldMasterMk cId="0" sldId="2147483695"/>
            <pc:sldLayoutMk cId="0" sldId="2147483653"/>
          </pc:sldLayoutMkLst>
        </pc:sldLayoutChg>
        <pc:sldLayoutChg chg="del">
          <pc:chgData name="showrab habib" userId="6ed0f00245df941c" providerId="LiveId" clId="{984C4F74-F86F-4C07-ACE3-93A7F4A295E0}" dt="2025-02-03T20:42:20.740" v="103" actId="47"/>
          <pc:sldLayoutMkLst>
            <pc:docMk/>
            <pc:sldMasterMk cId="0" sldId="2147483695"/>
            <pc:sldLayoutMk cId="0" sldId="2147483654"/>
          </pc:sldLayoutMkLst>
        </pc:sldLayoutChg>
        <pc:sldLayoutChg chg="del">
          <pc:chgData name="showrab habib" userId="6ed0f00245df941c" providerId="LiveId" clId="{984C4F74-F86F-4C07-ACE3-93A7F4A295E0}" dt="2025-02-03T20:42:11.407" v="93" actId="47"/>
          <pc:sldLayoutMkLst>
            <pc:docMk/>
            <pc:sldMasterMk cId="0" sldId="2147483695"/>
            <pc:sldLayoutMk cId="0" sldId="2147483656"/>
          </pc:sldLayoutMkLst>
        </pc:sldLayoutChg>
        <pc:sldLayoutChg chg="del">
          <pc:chgData name="showrab habib" userId="6ed0f00245df941c" providerId="LiveId" clId="{984C4F74-F86F-4C07-ACE3-93A7F4A295E0}" dt="2025-02-03T20:42:32.423" v="126" actId="47"/>
          <pc:sldLayoutMkLst>
            <pc:docMk/>
            <pc:sldMasterMk cId="0" sldId="2147483695"/>
            <pc:sldLayoutMk cId="0" sldId="2147483657"/>
          </pc:sldLayoutMkLst>
        </pc:sldLayoutChg>
        <pc:sldLayoutChg chg="del">
          <pc:chgData name="showrab habib" userId="6ed0f00245df941c" providerId="LiveId" clId="{984C4F74-F86F-4C07-ACE3-93A7F4A295E0}" dt="2025-02-03T20:38:53.915" v="19" actId="47"/>
          <pc:sldLayoutMkLst>
            <pc:docMk/>
            <pc:sldMasterMk cId="0" sldId="2147483695"/>
            <pc:sldLayoutMk cId="0" sldId="2147483660"/>
          </pc:sldLayoutMkLst>
        </pc:sldLayoutChg>
        <pc:sldLayoutChg chg="del">
          <pc:chgData name="showrab habib" userId="6ed0f00245df941c" providerId="LiveId" clId="{984C4F74-F86F-4C07-ACE3-93A7F4A295E0}" dt="2025-02-06T06:18:16.508" v="594" actId="47"/>
          <pc:sldLayoutMkLst>
            <pc:docMk/>
            <pc:sldMasterMk cId="0" sldId="2147483695"/>
            <pc:sldLayoutMk cId="0" sldId="2147483661"/>
          </pc:sldLayoutMkLst>
        </pc:sldLayoutChg>
        <pc:sldLayoutChg chg="del">
          <pc:chgData name="showrab habib" userId="6ed0f00245df941c" providerId="LiveId" clId="{984C4F74-F86F-4C07-ACE3-93A7F4A295E0}" dt="2025-02-03T20:42:17.550" v="100" actId="47"/>
          <pc:sldLayoutMkLst>
            <pc:docMk/>
            <pc:sldMasterMk cId="0" sldId="2147483695"/>
            <pc:sldLayoutMk cId="0" sldId="2147483662"/>
          </pc:sldLayoutMkLst>
        </pc:sldLayoutChg>
        <pc:sldLayoutChg chg="del">
          <pc:chgData name="showrab habib" userId="6ed0f00245df941c" providerId="LiveId" clId="{984C4F74-F86F-4C07-ACE3-93A7F4A295E0}" dt="2025-02-03T20:42:12.128" v="94" actId="47"/>
          <pc:sldLayoutMkLst>
            <pc:docMk/>
            <pc:sldMasterMk cId="0" sldId="2147483695"/>
            <pc:sldLayoutMk cId="0" sldId="2147483663"/>
          </pc:sldLayoutMkLst>
        </pc:sldLayoutChg>
        <pc:sldLayoutChg chg="del">
          <pc:chgData name="showrab habib" userId="6ed0f00245df941c" providerId="LiveId" clId="{984C4F74-F86F-4C07-ACE3-93A7F4A295E0}" dt="2025-02-03T20:42:21.400" v="104" actId="47"/>
          <pc:sldLayoutMkLst>
            <pc:docMk/>
            <pc:sldMasterMk cId="0" sldId="2147483695"/>
            <pc:sldLayoutMk cId="0" sldId="2147483664"/>
          </pc:sldLayoutMkLst>
        </pc:sldLayoutChg>
        <pc:sldLayoutChg chg="del">
          <pc:chgData name="showrab habib" userId="6ed0f00245df941c" providerId="LiveId" clId="{984C4F74-F86F-4C07-ACE3-93A7F4A295E0}" dt="2025-02-03T20:42:25.612" v="109" actId="47"/>
          <pc:sldLayoutMkLst>
            <pc:docMk/>
            <pc:sldMasterMk cId="0" sldId="2147483695"/>
            <pc:sldLayoutMk cId="0" sldId="2147483665"/>
          </pc:sldLayoutMkLst>
        </pc:sldLayoutChg>
        <pc:sldLayoutChg chg="del">
          <pc:chgData name="showrab habib" userId="6ed0f00245df941c" providerId="LiveId" clId="{984C4F74-F86F-4C07-ACE3-93A7F4A295E0}" dt="2025-02-03T20:42:32.123" v="125" actId="47"/>
          <pc:sldLayoutMkLst>
            <pc:docMk/>
            <pc:sldMasterMk cId="0" sldId="2147483695"/>
            <pc:sldLayoutMk cId="0" sldId="2147483666"/>
          </pc:sldLayoutMkLst>
        </pc:sldLayoutChg>
        <pc:sldLayoutChg chg="del">
          <pc:chgData name="showrab habib" userId="6ed0f00245df941c" providerId="LiveId" clId="{984C4F74-F86F-4C07-ACE3-93A7F4A295E0}" dt="2025-02-03T20:42:31.803" v="124" actId="47"/>
          <pc:sldLayoutMkLst>
            <pc:docMk/>
            <pc:sldMasterMk cId="0" sldId="2147483695"/>
            <pc:sldLayoutMk cId="0" sldId="2147483667"/>
          </pc:sldLayoutMkLst>
        </pc:sldLayoutChg>
        <pc:sldLayoutChg chg="del">
          <pc:chgData name="showrab habib" userId="6ed0f00245df941c" providerId="LiveId" clId="{984C4F74-F86F-4C07-ACE3-93A7F4A295E0}" dt="2025-02-03T20:42:27.563" v="113" actId="47"/>
          <pc:sldLayoutMkLst>
            <pc:docMk/>
            <pc:sldMasterMk cId="0" sldId="2147483695"/>
            <pc:sldLayoutMk cId="0" sldId="2147483668"/>
          </pc:sldLayoutMkLst>
        </pc:sldLayoutChg>
        <pc:sldLayoutChg chg="del">
          <pc:chgData name="showrab habib" userId="6ed0f00245df941c" providerId="LiveId" clId="{984C4F74-F86F-4C07-ACE3-93A7F4A295E0}" dt="2025-02-03T20:42:34.986" v="132" actId="47"/>
          <pc:sldLayoutMkLst>
            <pc:docMk/>
            <pc:sldMasterMk cId="0" sldId="2147483695"/>
            <pc:sldLayoutMk cId="0" sldId="2147483669"/>
          </pc:sldLayoutMkLst>
        </pc:sldLayoutChg>
        <pc:sldLayoutChg chg="del">
          <pc:chgData name="showrab habib" userId="6ed0f00245df941c" providerId="LiveId" clId="{984C4F74-F86F-4C07-ACE3-93A7F4A295E0}" dt="2025-02-03T20:42:27.051" v="112" actId="47"/>
          <pc:sldLayoutMkLst>
            <pc:docMk/>
            <pc:sldMasterMk cId="0" sldId="2147483695"/>
            <pc:sldLayoutMk cId="0" sldId="2147483671"/>
          </pc:sldLayoutMkLst>
        </pc:sldLayoutChg>
        <pc:sldLayoutChg chg="del">
          <pc:chgData name="showrab habib" userId="6ed0f00245df941c" providerId="LiveId" clId="{984C4F74-F86F-4C07-ACE3-93A7F4A295E0}" dt="2025-02-03T20:42:37.255" v="137" actId="47"/>
          <pc:sldLayoutMkLst>
            <pc:docMk/>
            <pc:sldMasterMk cId="0" sldId="2147483695"/>
            <pc:sldLayoutMk cId="0" sldId="2147483672"/>
          </pc:sldLayoutMkLst>
        </pc:sldLayoutChg>
        <pc:sldLayoutChg chg="del">
          <pc:chgData name="showrab habib" userId="6ed0f00245df941c" providerId="LiveId" clId="{984C4F74-F86F-4C07-ACE3-93A7F4A295E0}" dt="2025-02-03T20:42:05.822" v="91" actId="47"/>
          <pc:sldLayoutMkLst>
            <pc:docMk/>
            <pc:sldMasterMk cId="0" sldId="2147483695"/>
            <pc:sldLayoutMk cId="0" sldId="2147483673"/>
          </pc:sldLayoutMkLst>
        </pc:sldLayoutChg>
        <pc:sldLayoutChg chg="del">
          <pc:chgData name="showrab habib" userId="6ed0f00245df941c" providerId="LiveId" clId="{984C4F74-F86F-4C07-ACE3-93A7F4A295E0}" dt="2025-02-03T20:42:10.050" v="92" actId="47"/>
          <pc:sldLayoutMkLst>
            <pc:docMk/>
            <pc:sldMasterMk cId="0" sldId="2147483695"/>
            <pc:sldLayoutMk cId="0" sldId="2147483674"/>
          </pc:sldLayoutMkLst>
        </pc:sldLayoutChg>
        <pc:sldLayoutChg chg="del">
          <pc:chgData name="showrab habib" userId="6ed0f00245df941c" providerId="LiveId" clId="{984C4F74-F86F-4C07-ACE3-93A7F4A295E0}" dt="2025-02-03T20:42:31.467" v="123" actId="47"/>
          <pc:sldLayoutMkLst>
            <pc:docMk/>
            <pc:sldMasterMk cId="0" sldId="2147483695"/>
            <pc:sldLayoutMk cId="0" sldId="2147483676"/>
          </pc:sldLayoutMkLst>
        </pc:sldLayoutChg>
        <pc:sldLayoutChg chg="del">
          <pc:chgData name="showrab habib" userId="6ed0f00245df941c" providerId="LiveId" clId="{984C4F74-F86F-4C07-ACE3-93A7F4A295E0}" dt="2025-02-03T20:42:24.310" v="107" actId="47"/>
          <pc:sldLayoutMkLst>
            <pc:docMk/>
            <pc:sldMasterMk cId="0" sldId="2147483695"/>
            <pc:sldLayoutMk cId="0" sldId="2147483677"/>
          </pc:sldLayoutMkLst>
        </pc:sldLayoutChg>
        <pc:sldLayoutChg chg="del">
          <pc:chgData name="showrab habib" userId="6ed0f00245df941c" providerId="LiveId" clId="{984C4F74-F86F-4C07-ACE3-93A7F4A295E0}" dt="2025-02-03T20:42:18.812" v="101" actId="47"/>
          <pc:sldLayoutMkLst>
            <pc:docMk/>
            <pc:sldMasterMk cId="0" sldId="2147483695"/>
            <pc:sldLayoutMk cId="0" sldId="2147483678"/>
          </pc:sldLayoutMkLst>
        </pc:sldLayoutChg>
        <pc:sldLayoutChg chg="del">
          <pc:chgData name="showrab habib" userId="6ed0f00245df941c" providerId="LiveId" clId="{984C4F74-F86F-4C07-ACE3-93A7F4A295E0}" dt="2025-02-03T20:42:29.262" v="116" actId="47"/>
          <pc:sldLayoutMkLst>
            <pc:docMk/>
            <pc:sldMasterMk cId="0" sldId="2147483695"/>
            <pc:sldLayoutMk cId="0" sldId="2147483679"/>
          </pc:sldLayoutMkLst>
        </pc:sldLayoutChg>
        <pc:sldLayoutChg chg="del">
          <pc:chgData name="showrab habib" userId="6ed0f00245df941c" providerId="LiveId" clId="{984C4F74-F86F-4C07-ACE3-93A7F4A295E0}" dt="2025-02-03T20:42:34.383" v="131" actId="47"/>
          <pc:sldLayoutMkLst>
            <pc:docMk/>
            <pc:sldMasterMk cId="0" sldId="2147483695"/>
            <pc:sldLayoutMk cId="0" sldId="2147483680"/>
          </pc:sldLayoutMkLst>
        </pc:sldLayoutChg>
        <pc:sldLayoutChg chg="del">
          <pc:chgData name="showrab habib" userId="6ed0f00245df941c" providerId="LiveId" clId="{984C4F74-F86F-4C07-ACE3-93A7F4A295E0}" dt="2025-02-03T20:42:33.909" v="130" actId="47"/>
          <pc:sldLayoutMkLst>
            <pc:docMk/>
            <pc:sldMasterMk cId="0" sldId="2147483695"/>
            <pc:sldLayoutMk cId="0" sldId="2147483681"/>
          </pc:sldLayoutMkLst>
        </pc:sldLayoutChg>
        <pc:sldLayoutChg chg="del">
          <pc:chgData name="showrab habib" userId="6ed0f00245df941c" providerId="LiveId" clId="{984C4F74-F86F-4C07-ACE3-93A7F4A295E0}" dt="2025-02-03T20:42:12.811" v="95" actId="47"/>
          <pc:sldLayoutMkLst>
            <pc:docMk/>
            <pc:sldMasterMk cId="0" sldId="2147483695"/>
            <pc:sldLayoutMk cId="0" sldId="2147483682"/>
          </pc:sldLayoutMkLst>
        </pc:sldLayoutChg>
        <pc:sldLayoutChg chg="del">
          <pc:chgData name="showrab habib" userId="6ed0f00245df941c" providerId="LiveId" clId="{984C4F74-F86F-4C07-ACE3-93A7F4A295E0}" dt="2025-02-03T20:42:13.480" v="96" actId="47"/>
          <pc:sldLayoutMkLst>
            <pc:docMk/>
            <pc:sldMasterMk cId="0" sldId="2147483695"/>
            <pc:sldLayoutMk cId="0" sldId="2147483683"/>
          </pc:sldLayoutMkLst>
        </pc:sldLayoutChg>
        <pc:sldLayoutChg chg="del">
          <pc:chgData name="showrab habib" userId="6ed0f00245df941c" providerId="LiveId" clId="{984C4F74-F86F-4C07-ACE3-93A7F4A295E0}" dt="2025-02-03T20:42:19.620" v="102" actId="47"/>
          <pc:sldLayoutMkLst>
            <pc:docMk/>
            <pc:sldMasterMk cId="0" sldId="2147483695"/>
            <pc:sldLayoutMk cId="0" sldId="2147483684"/>
          </pc:sldLayoutMkLst>
        </pc:sldLayoutChg>
        <pc:sldLayoutChg chg="del">
          <pc:chgData name="showrab habib" userId="6ed0f00245df941c" providerId="LiveId" clId="{984C4F74-F86F-4C07-ACE3-93A7F4A295E0}" dt="2025-02-03T20:41:15.549" v="69" actId="47"/>
          <pc:sldLayoutMkLst>
            <pc:docMk/>
            <pc:sldMasterMk cId="0" sldId="2147483695"/>
            <pc:sldLayoutMk cId="0" sldId="2147483685"/>
          </pc:sldLayoutMkLst>
        </pc:sldLayoutChg>
        <pc:sldLayoutChg chg="del">
          <pc:chgData name="showrab habib" userId="6ed0f00245df941c" providerId="LiveId" clId="{984C4F74-F86F-4C07-ACE3-93A7F4A295E0}" dt="2025-02-03T20:42:26.586" v="111" actId="47"/>
          <pc:sldLayoutMkLst>
            <pc:docMk/>
            <pc:sldMasterMk cId="0" sldId="2147483695"/>
            <pc:sldLayoutMk cId="0" sldId="2147483686"/>
          </pc:sldLayoutMkLst>
        </pc:sldLayoutChg>
        <pc:sldLayoutChg chg="del">
          <pc:chgData name="showrab habib" userId="6ed0f00245df941c" providerId="LiveId" clId="{984C4F74-F86F-4C07-ACE3-93A7F4A295E0}" dt="2025-02-03T20:40:57.412" v="65" actId="47"/>
          <pc:sldLayoutMkLst>
            <pc:docMk/>
            <pc:sldMasterMk cId="0" sldId="2147483695"/>
            <pc:sldLayoutMk cId="0" sldId="2147483687"/>
          </pc:sldLayoutMkLst>
        </pc:sldLayoutChg>
        <pc:sldLayoutChg chg="del">
          <pc:chgData name="showrab habib" userId="6ed0f00245df941c" providerId="LiveId" clId="{984C4F74-F86F-4C07-ACE3-93A7F4A295E0}" dt="2025-02-03T20:42:26.072" v="110" actId="47"/>
          <pc:sldLayoutMkLst>
            <pc:docMk/>
            <pc:sldMasterMk cId="0" sldId="2147483695"/>
            <pc:sldLayoutMk cId="0" sldId="2147483688"/>
          </pc:sldLayoutMkLst>
        </pc:sldLayoutChg>
        <pc:sldLayoutChg chg="del">
          <pc:chgData name="showrab habib" userId="6ed0f00245df941c" providerId="LiveId" clId="{984C4F74-F86F-4C07-ACE3-93A7F4A295E0}" dt="2025-02-03T20:42:32.742" v="127" actId="47"/>
          <pc:sldLayoutMkLst>
            <pc:docMk/>
            <pc:sldMasterMk cId="0" sldId="2147483695"/>
            <pc:sldLayoutMk cId="0" sldId="2147483689"/>
          </pc:sldLayoutMkLst>
        </pc:sldLayoutChg>
        <pc:sldLayoutChg chg="del">
          <pc:chgData name="showrab habib" userId="6ed0f00245df941c" providerId="LiveId" clId="{984C4F74-F86F-4C07-ACE3-93A7F4A295E0}" dt="2025-02-03T20:42:35.668" v="133" actId="47"/>
          <pc:sldLayoutMkLst>
            <pc:docMk/>
            <pc:sldMasterMk cId="0" sldId="2147483695"/>
            <pc:sldLayoutMk cId="0" sldId="2147483690"/>
          </pc:sldLayoutMkLst>
        </pc:sldLayoutChg>
      </pc:sldMasterChg>
      <pc:sldMasterChg chg="del delSldLayout">
        <pc:chgData name="showrab habib" userId="6ed0f00245df941c" providerId="LiveId" clId="{984C4F74-F86F-4C07-ACE3-93A7F4A295E0}" dt="2025-02-03T20:42:37.921" v="138" actId="47"/>
        <pc:sldMasterMkLst>
          <pc:docMk/>
          <pc:sldMasterMk cId="0" sldId="2147483696"/>
        </pc:sldMasterMkLst>
        <pc:sldLayoutChg chg="del">
          <pc:chgData name="showrab habib" userId="6ed0f00245df941c" providerId="LiveId" clId="{984C4F74-F86F-4C07-ACE3-93A7F4A295E0}" dt="2025-02-03T20:42:37.921" v="138" actId="47"/>
          <pc:sldLayoutMkLst>
            <pc:docMk/>
            <pc:sldMasterMk cId="0" sldId="2147483696"/>
            <pc:sldLayoutMk cId="0" sldId="214748369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ed1775e4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6ed1775e4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05D06C34-3081-3995-9572-2AEE0C2D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ed1775e42_0_13:notes">
            <a:extLst>
              <a:ext uri="{FF2B5EF4-FFF2-40B4-BE49-F238E27FC236}">
                <a16:creationId xmlns:a16="http://schemas.microsoft.com/office/drawing/2014/main" id="{DB6EBD20-2F72-79AA-9D93-B32388B71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6ed1775e42_0_13:notes">
            <a:extLst>
              <a:ext uri="{FF2B5EF4-FFF2-40B4-BE49-F238E27FC236}">
                <a16:creationId xmlns:a16="http://schemas.microsoft.com/office/drawing/2014/main" id="{10137D27-DB0F-E586-B694-304056E84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84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f0744aa7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f0744aa7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6ed1775e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6ed1775e4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f0744aa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6f0744aa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822A1A4D-D89F-596C-67F8-5AB96A55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f0744aa72_0_66:notes">
            <a:extLst>
              <a:ext uri="{FF2B5EF4-FFF2-40B4-BE49-F238E27FC236}">
                <a16:creationId xmlns:a16="http://schemas.microsoft.com/office/drawing/2014/main" id="{61A1A51A-1F7D-EE29-FCA4-4251B0E43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f0744aa72_0_66:notes">
            <a:extLst>
              <a:ext uri="{FF2B5EF4-FFF2-40B4-BE49-F238E27FC236}">
                <a16:creationId xmlns:a16="http://schemas.microsoft.com/office/drawing/2014/main" id="{67E627E6-C53B-B9BB-864C-C19FCCA4F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47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E032DB50-9672-CEE5-9CF3-CF4F704F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f0744aa72_0_66:notes">
            <a:extLst>
              <a:ext uri="{FF2B5EF4-FFF2-40B4-BE49-F238E27FC236}">
                <a16:creationId xmlns:a16="http://schemas.microsoft.com/office/drawing/2014/main" id="{6EE4DB5C-7859-53DE-9EBB-E5F1DD6DE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f0744aa72_0_66:notes">
            <a:extLst>
              <a:ext uri="{FF2B5EF4-FFF2-40B4-BE49-F238E27FC236}">
                <a16:creationId xmlns:a16="http://schemas.microsoft.com/office/drawing/2014/main" id="{68852805-7E2E-67CF-118E-E48C34E47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2688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25496D4B-7A35-A603-967D-2A01FD0A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>
            <a:extLst>
              <a:ext uri="{FF2B5EF4-FFF2-40B4-BE49-F238E27FC236}">
                <a16:creationId xmlns:a16="http://schemas.microsoft.com/office/drawing/2014/main" id="{D29E11B0-98CA-E53E-6C93-469CD5D04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>
            <a:extLst>
              <a:ext uri="{FF2B5EF4-FFF2-40B4-BE49-F238E27FC236}">
                <a16:creationId xmlns:a16="http://schemas.microsoft.com/office/drawing/2014/main" id="{9396D2CA-7DF5-2CBD-A9BB-D54366C68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174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DF182F02-D561-2052-B1C5-3503F273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>
            <a:extLst>
              <a:ext uri="{FF2B5EF4-FFF2-40B4-BE49-F238E27FC236}">
                <a16:creationId xmlns:a16="http://schemas.microsoft.com/office/drawing/2014/main" id="{5011933F-5C16-7707-2DD7-7812D9F1B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>
            <a:extLst>
              <a:ext uri="{FF2B5EF4-FFF2-40B4-BE49-F238E27FC236}">
                <a16:creationId xmlns:a16="http://schemas.microsoft.com/office/drawing/2014/main" id="{23EAE2A0-3F72-7D5D-DE50-03AFB5FE4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89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546CDE79-5B64-969F-5DB8-1D9C00D2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f0744aa72_0_66:notes">
            <a:extLst>
              <a:ext uri="{FF2B5EF4-FFF2-40B4-BE49-F238E27FC236}">
                <a16:creationId xmlns:a16="http://schemas.microsoft.com/office/drawing/2014/main" id="{E93D4FCF-9CC8-B4D6-7AE0-11BB0C6C5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f0744aa72_0_66:notes">
            <a:extLst>
              <a:ext uri="{FF2B5EF4-FFF2-40B4-BE49-F238E27FC236}">
                <a16:creationId xmlns:a16="http://schemas.microsoft.com/office/drawing/2014/main" id="{0EB3BAF0-5A20-AD9F-84D4-01B0CBB1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110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BBD150D7-5FB6-C675-534D-3FA26E84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>
            <a:extLst>
              <a:ext uri="{FF2B5EF4-FFF2-40B4-BE49-F238E27FC236}">
                <a16:creationId xmlns:a16="http://schemas.microsoft.com/office/drawing/2014/main" id="{38A2768C-C2E3-7011-E5C2-F6BB86F6A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>
            <a:extLst>
              <a:ext uri="{FF2B5EF4-FFF2-40B4-BE49-F238E27FC236}">
                <a16:creationId xmlns:a16="http://schemas.microsoft.com/office/drawing/2014/main" id="{4A205EE1-B108-5931-60D4-34E75E8F3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384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C254259D-8DC2-E347-9B9D-3D339419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>
            <a:extLst>
              <a:ext uri="{FF2B5EF4-FFF2-40B4-BE49-F238E27FC236}">
                <a16:creationId xmlns:a16="http://schemas.microsoft.com/office/drawing/2014/main" id="{8B35AB91-6520-8DFB-D459-EB07C15DF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>
            <a:extLst>
              <a:ext uri="{FF2B5EF4-FFF2-40B4-BE49-F238E27FC236}">
                <a16:creationId xmlns:a16="http://schemas.microsoft.com/office/drawing/2014/main" id="{1E9F895A-9D06-1B58-AFC0-DB783820C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960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>
          <a:extLst>
            <a:ext uri="{FF2B5EF4-FFF2-40B4-BE49-F238E27FC236}">
              <a16:creationId xmlns:a16="http://schemas.microsoft.com/office/drawing/2014/main" id="{8480EC38-94FB-E925-92FE-C12FA2BF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6f0744aa72_0_235:notes">
            <a:extLst>
              <a:ext uri="{FF2B5EF4-FFF2-40B4-BE49-F238E27FC236}">
                <a16:creationId xmlns:a16="http://schemas.microsoft.com/office/drawing/2014/main" id="{299C57AF-E5E3-0E32-FC77-4599DA8F0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6f0744aa72_0_235:notes">
            <a:extLst>
              <a:ext uri="{FF2B5EF4-FFF2-40B4-BE49-F238E27FC236}">
                <a16:creationId xmlns:a16="http://schemas.microsoft.com/office/drawing/2014/main" id="{CA5D9EA5-9DB9-005D-70C4-A9CC53AC9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17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43050" y="2888250"/>
            <a:ext cx="365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r="8214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4008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3192424" y="1047350"/>
            <a:ext cx="12336426" cy="40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998775" y="1276500"/>
            <a:ext cx="33552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4998775" y="2110500"/>
            <a:ext cx="3355200" cy="16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r="8214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7024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024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/>
          </p:nvPr>
        </p:nvSpPr>
        <p:spPr>
          <a:xfrm>
            <a:off x="35986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5986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/>
          </p:nvPr>
        </p:nvSpPr>
        <p:spPr>
          <a:xfrm>
            <a:off x="64948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4948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6"/>
          </p:nvPr>
        </p:nvSpPr>
        <p:spPr>
          <a:xfrm>
            <a:off x="5039900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5039888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8"/>
          </p:nvPr>
        </p:nvSpPr>
        <p:spPr>
          <a:xfrm>
            <a:off x="2157425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2157413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3" hasCustomPrompt="1"/>
          </p:nvPr>
        </p:nvSpPr>
        <p:spPr>
          <a:xfrm>
            <a:off x="11394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4" hasCustomPrompt="1"/>
          </p:nvPr>
        </p:nvSpPr>
        <p:spPr>
          <a:xfrm>
            <a:off x="40356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5" hasCustomPrompt="1"/>
          </p:nvPr>
        </p:nvSpPr>
        <p:spPr>
          <a:xfrm>
            <a:off x="69318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6" hasCustomPrompt="1"/>
          </p:nvPr>
        </p:nvSpPr>
        <p:spPr>
          <a:xfrm>
            <a:off x="5476850" y="3007778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7" hasCustomPrompt="1"/>
          </p:nvPr>
        </p:nvSpPr>
        <p:spPr>
          <a:xfrm>
            <a:off x="2594375" y="301551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32291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2801493"/>
            <a:ext cx="9144003" cy="303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5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subTitle" idx="1"/>
          </p:nvPr>
        </p:nvSpPr>
        <p:spPr>
          <a:xfrm>
            <a:off x="1098925" y="531350"/>
            <a:ext cx="3273600" cy="12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32291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subTitle" idx="2"/>
          </p:nvPr>
        </p:nvSpPr>
        <p:spPr>
          <a:xfrm>
            <a:off x="1098925" y="1971825"/>
            <a:ext cx="3273600" cy="23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434928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44402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ExtraBold"/>
              <a:buNone/>
              <a:defRPr sz="28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●"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70" r:id="rId6"/>
    <p:sldLayoutId id="2147483675" r:id="rId7"/>
    <p:sldLayoutId id="2147483691" r:id="rId8"/>
    <p:sldLayoutId id="2147483692" r:id="rId9"/>
    <p:sldLayoutId id="214748369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09512" y="-327229"/>
            <a:ext cx="4892424" cy="54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61088" y="-327229"/>
            <a:ext cx="4892424" cy="540620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0"/>
          <p:cNvSpPr txBox="1">
            <a:spLocks noGrp="1"/>
          </p:cNvSpPr>
          <p:nvPr>
            <p:ph type="ctrTitle"/>
          </p:nvPr>
        </p:nvSpPr>
        <p:spPr>
          <a:xfrm>
            <a:off x="239338" y="1120350"/>
            <a:ext cx="8520600" cy="9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CSC 680- Project Proposal</a:t>
            </a:r>
          </a:p>
        </p:txBody>
      </p:sp>
      <p:sp>
        <p:nvSpPr>
          <p:cNvPr id="291" name="Google Shape;291;p50"/>
          <p:cNvSpPr txBox="1">
            <a:spLocks noGrp="1"/>
          </p:cNvSpPr>
          <p:nvPr>
            <p:ph type="subTitle" idx="1"/>
          </p:nvPr>
        </p:nvSpPr>
        <p:spPr>
          <a:xfrm>
            <a:off x="1381318" y="2750629"/>
            <a:ext cx="6016888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C000"/>
                </a:solidFill>
              </a:rPr>
              <a:t>LSUS CONNECT</a:t>
            </a:r>
            <a:endParaRPr sz="4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>
            <a:spLocks noGrp="1"/>
          </p:cNvSpPr>
          <p:nvPr>
            <p:ph type="subTitle" idx="1"/>
          </p:nvPr>
        </p:nvSpPr>
        <p:spPr>
          <a:xfrm>
            <a:off x="625176" y="634307"/>
            <a:ext cx="4964255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FFC000"/>
                </a:solidFill>
              </a:rPr>
              <a:t>Problem Background: </a:t>
            </a:r>
            <a:endParaRPr sz="2800" b="1" dirty="0">
              <a:solidFill>
                <a:srgbClr val="FFC000"/>
              </a:solidFill>
            </a:endParaRPr>
          </a:p>
        </p:txBody>
      </p:sp>
      <p:sp>
        <p:nvSpPr>
          <p:cNvPr id="20" name="Google Shape;317;p53">
            <a:extLst>
              <a:ext uri="{FF2B5EF4-FFF2-40B4-BE49-F238E27FC236}">
                <a16:creationId xmlns:a16="http://schemas.microsoft.com/office/drawing/2014/main" id="{BC5A9CD8-5500-FDC2-17A1-286DCEC966DE}"/>
              </a:ext>
            </a:extLst>
          </p:cNvPr>
          <p:cNvSpPr txBox="1">
            <a:spLocks/>
          </p:cNvSpPr>
          <p:nvPr/>
        </p:nvSpPr>
        <p:spPr>
          <a:xfrm>
            <a:off x="1460156" y="1359817"/>
            <a:ext cx="7297478" cy="346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New/incoming students need affordable essentials but lack a trusted source.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Graduating students leave behind useful items: furniture, appliances, books.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No official campus platform → students rely on scattered   WhatsApp, Facebook, word-of-mouth for finding a flat mate, new house or community.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/>
            <a:endParaRPr lang="en-US" sz="2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C84F6B22-8257-99C4-8DB1-672B08E3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17;p53">
            <a:extLst>
              <a:ext uri="{FF2B5EF4-FFF2-40B4-BE49-F238E27FC236}">
                <a16:creationId xmlns:a16="http://schemas.microsoft.com/office/drawing/2014/main" id="{2CDCAE64-CE11-4D91-38CA-BC31621D4727}"/>
              </a:ext>
            </a:extLst>
          </p:cNvPr>
          <p:cNvSpPr txBox="1">
            <a:spLocks/>
          </p:cNvSpPr>
          <p:nvPr/>
        </p:nvSpPr>
        <p:spPr>
          <a:xfrm>
            <a:off x="1427959" y="883298"/>
            <a:ext cx="7297478" cy="346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000" dirty="0"/>
              <a:t>This leads to: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🚫 Wasted resources &amp; unnecessary expenses.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🚫 Higher risk of scams or unsafe transactions.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🚫 Missed opportunities for community connection.</a:t>
            </a:r>
          </a:p>
          <a:p>
            <a:pPr marL="0" indent="0" algn="l"/>
            <a:endParaRPr lang="en-US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6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617E45C-E2E9-1EEF-5650-4390554F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502" y="378908"/>
            <a:ext cx="6867586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Darkstat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Captures network traffic in real-time.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detailed reports on bandwidth usage.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Analyzes network statistics.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creates graphical reports.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Web-based interface for visualization.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9C0651-FF52-F74D-58A9-D2DB7038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04"/>
            <a:ext cx="9144000" cy="4042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E9A2C5-8688-9F2D-61F7-A1665274D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18" y="703891"/>
            <a:ext cx="4321454" cy="392145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10516-DBCC-6658-93E0-722D314AA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630" y="736277"/>
            <a:ext cx="4337682" cy="3822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>
          <a:extLst>
            <a:ext uri="{FF2B5EF4-FFF2-40B4-BE49-F238E27FC236}">
              <a16:creationId xmlns:a16="http://schemas.microsoft.com/office/drawing/2014/main" id="{D85F0D87-47DA-A0FB-DD32-215053C4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55556A4-F929-8488-ABF6-56FAF77A1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438" y="691064"/>
            <a:ext cx="710322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D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rib</a:t>
            </a:r>
          </a:p>
          <a:p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web content scanner tool.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>
                <a:solidFill>
                  <a:schemeClr val="bg1"/>
                </a:solidFill>
              </a:rPr>
              <a:t>iscover </a:t>
            </a:r>
            <a:r>
              <a:rPr lang="en-US" sz="2400" dirty="0">
                <a:solidFill>
                  <a:schemeClr val="bg1"/>
                </a:solidFill>
              </a:rPr>
              <a:t>hidden directories and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brute-forcing URLs.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used in penetration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Finding vulnerable or misconfigured web pages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79293A4-6A1A-DC52-AFDB-D9C4859AF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42" y="103367"/>
            <a:ext cx="2858068" cy="4936766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A3A72DF-8C93-E867-29A0-4ACA06AF4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096" y="103367"/>
            <a:ext cx="4121451" cy="4936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>
          <a:extLst>
            <a:ext uri="{FF2B5EF4-FFF2-40B4-BE49-F238E27FC236}">
              <a16:creationId xmlns:a16="http://schemas.microsoft.com/office/drawing/2014/main" id="{0CB7EF2C-0F9C-0DCE-EB4C-388A1AF1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FF3EFE9-E315-7286-C797-C77D5B534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502" y="917518"/>
            <a:ext cx="684674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DNSenum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Discovering subdomains and hostnames.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Gathering MX records.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Finding IP addresses and name servers.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Brute-force attacks to find hidden subdomains.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021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953B89BE-48A0-3F62-27A0-4208A047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960954-2622-F23D-3BEE-9AAE1E6B8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8"/>
            <a:ext cx="9144000" cy="50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3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939774AC-8FFB-E364-915A-F0DACD76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4347F-D293-F76E-F9BD-8FD60BE1F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42" y="564542"/>
            <a:ext cx="7100516" cy="378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5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>
          <a:extLst>
            <a:ext uri="{FF2B5EF4-FFF2-40B4-BE49-F238E27FC236}">
              <a16:creationId xmlns:a16="http://schemas.microsoft.com/office/drawing/2014/main" id="{95D9491A-62EE-E78B-B5A8-23B7BD93F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20B97B8-7BB8-5B1E-8738-9E06433EF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5" y="1290340"/>
            <a:ext cx="799446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b="1" dirty="0">
                <a:solidFill>
                  <a:schemeClr val="bg1"/>
                </a:solidFill>
              </a:rPr>
              <a:t>DVWA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solidFill>
                  <a:schemeClr val="bg1"/>
                </a:solidFill>
              </a:rPr>
              <a:t>forensic tool used to extract and analyze sensitive data from Firefox and Tor browser profiles.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/>
                </a:solidFill>
              </a:rPr>
              <a:t>learning and practicing penetration testing.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/>
                </a:solidFill>
              </a:rPr>
              <a:t>Test various web security vulnerabilities.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solidFill>
                  <a:schemeClr val="bg1"/>
                </a:solidFill>
              </a:rPr>
              <a:t>web hacking legally and safely.</a:t>
            </a:r>
          </a:p>
        </p:txBody>
      </p:sp>
    </p:spTree>
    <p:extLst>
      <p:ext uri="{BB962C8B-B14F-4D97-AF65-F5344CB8AC3E}">
        <p14:creationId xmlns:p14="http://schemas.microsoft.com/office/powerpoint/2010/main" val="1336747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F8C2CB78-0DBF-4E33-CB57-C3330294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7715EA-5F7A-3AAB-A5CD-D853798A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1" y="161653"/>
            <a:ext cx="7844246" cy="796834"/>
          </a:xfrm>
          <a:prstGeom prst="rect">
            <a:avLst/>
          </a:prstGeom>
        </p:spPr>
      </p:pic>
      <p:pic>
        <p:nvPicPr>
          <p:cNvPr id="6" name="Picture 5" descr="A screenshot of a web application&#10;&#10;AI-generated content may be incorrect.">
            <a:extLst>
              <a:ext uri="{FF2B5EF4-FFF2-40B4-BE49-F238E27FC236}">
                <a16:creationId xmlns:a16="http://schemas.microsoft.com/office/drawing/2014/main" id="{68AE4CDA-BE3F-C485-5409-B40BCBEEB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769" y="1013599"/>
            <a:ext cx="4327910" cy="41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51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A2BE3606-B08E-47BC-503A-F7B9787D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32FC7C-6956-C6BA-CABB-494F0995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90" y="639007"/>
            <a:ext cx="8154538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>
          <a:extLst>
            <a:ext uri="{FF2B5EF4-FFF2-40B4-BE49-F238E27FC236}">
              <a16:creationId xmlns:a16="http://schemas.microsoft.com/office/drawing/2014/main" id="{1800904E-9977-D575-65C9-1C723A44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79276975-FEA0-82FF-FF47-31A3A6450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524" y="121210"/>
            <a:ext cx="2876951" cy="63826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A1C44B-9C98-B4D0-8D25-68B30D825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707" y="818089"/>
            <a:ext cx="4413386" cy="43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F44C6-20B1-EF0A-28A7-19678318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95" y="2056650"/>
            <a:ext cx="5142000" cy="515100"/>
          </a:xfrm>
        </p:spPr>
        <p:txBody>
          <a:bodyPr/>
          <a:lstStyle/>
          <a:p>
            <a:r>
              <a:rPr lang="en-US" dirty="0"/>
              <a:t>THANK YOU !!!!!!!!!!!!!!!!!!!!!!!!!!!!!!!1</a:t>
            </a:r>
          </a:p>
        </p:txBody>
      </p:sp>
    </p:spTree>
    <p:extLst>
      <p:ext uri="{BB962C8B-B14F-4D97-AF65-F5344CB8AC3E}">
        <p14:creationId xmlns:p14="http://schemas.microsoft.com/office/powerpoint/2010/main" val="2223007744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any Branding Guidelines XL by Slidesgo">
  <a:themeElements>
    <a:clrScheme name="Simple Light">
      <a:dk1>
        <a:srgbClr val="011446"/>
      </a:dk1>
      <a:lt1>
        <a:srgbClr val="FFFFFF"/>
      </a:lt1>
      <a:dk2>
        <a:srgbClr val="02227F"/>
      </a:dk2>
      <a:lt2>
        <a:srgbClr val="B7B7B7"/>
      </a:lt2>
      <a:accent1>
        <a:srgbClr val="FFFFFF"/>
      </a:accent1>
      <a:accent2>
        <a:srgbClr val="06BAD6"/>
      </a:accent2>
      <a:accent3>
        <a:srgbClr val="A1F1FE"/>
      </a:accent3>
      <a:accent4>
        <a:srgbClr val="079AB1"/>
      </a:accent4>
      <a:accent5>
        <a:srgbClr val="0081B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204</Words>
  <Application>Microsoft Office PowerPoint</Application>
  <PresentationFormat>On-screen Show (16:9)</PresentationFormat>
  <Paragraphs>42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Montserrat SemiBold</vt:lpstr>
      <vt:lpstr>Montserrat ExtraBold</vt:lpstr>
      <vt:lpstr>Montserrat</vt:lpstr>
      <vt:lpstr>Arial</vt:lpstr>
      <vt:lpstr>Tech Company Branding Guidelines XL by Slidesgo</vt:lpstr>
      <vt:lpstr>CSC 680- Project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!!!!!!!!!!!!!!!!!!!!!!!!!!!!!!!1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showrab habib</cp:lastModifiedBy>
  <cp:revision>1</cp:revision>
  <dcterms:modified xsi:type="dcterms:W3CDTF">2025-09-01T04:00:54Z</dcterms:modified>
</cp:coreProperties>
</file>