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velacer88" userId="49ddb64d-4bff-4b30-9c5f-273f1f5b6705" providerId="ADAL" clId="{C010B989-DE17-4C30-9A61-C38540957C64}"/>
    <pc:docChg chg="modSld">
      <pc:chgData name="lovelacer88" userId="49ddb64d-4bff-4b30-9c5f-273f1f5b6705" providerId="ADAL" clId="{C010B989-DE17-4C30-9A61-C38540957C64}" dt="2025-09-04T14:10:04.589" v="37" actId="1076"/>
      <pc:docMkLst>
        <pc:docMk/>
      </pc:docMkLst>
      <pc:sldChg chg="modSp mod">
        <pc:chgData name="lovelacer88" userId="49ddb64d-4bff-4b30-9c5f-273f1f5b6705" providerId="ADAL" clId="{C010B989-DE17-4C30-9A61-C38540957C64}" dt="2025-09-04T14:10:04.589" v="37" actId="1076"/>
        <pc:sldMkLst>
          <pc:docMk/>
          <pc:sldMk cId="0" sldId="256"/>
        </pc:sldMkLst>
        <pc:spChg chg="mod">
          <ac:chgData name="lovelacer88" userId="49ddb64d-4bff-4b30-9c5f-273f1f5b6705" providerId="ADAL" clId="{C010B989-DE17-4C30-9A61-C38540957C64}" dt="2025-09-04T14:09:07.080" v="28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lovelacer88" userId="49ddb64d-4bff-4b30-9c5f-273f1f5b6705" providerId="ADAL" clId="{C010B989-DE17-4C30-9A61-C38540957C64}" dt="2025-09-04T14:09:13.658" v="29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lovelacer88" userId="49ddb64d-4bff-4b30-9c5f-273f1f5b6705" providerId="ADAL" clId="{C010B989-DE17-4C30-9A61-C38540957C64}" dt="2025-09-04T14:09:25.877" v="31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lovelacer88" userId="49ddb64d-4bff-4b30-9c5f-273f1f5b6705" providerId="ADAL" clId="{C010B989-DE17-4C30-9A61-C38540957C64}" dt="2025-09-04T14:09:31.206" v="32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lovelacer88" userId="49ddb64d-4bff-4b30-9c5f-273f1f5b6705" providerId="ADAL" clId="{C010B989-DE17-4C30-9A61-C38540957C64}" dt="2025-09-04T14:09:38.552" v="33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lovelacer88" userId="49ddb64d-4bff-4b30-9c5f-273f1f5b6705" providerId="ADAL" clId="{C010B989-DE17-4C30-9A61-C38540957C64}" dt="2025-09-04T14:09:45.627" v="34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lovelacer88" userId="49ddb64d-4bff-4b30-9c5f-273f1f5b6705" providerId="ADAL" clId="{C010B989-DE17-4C30-9A61-C38540957C64}" dt="2025-09-04T14:09:54.286" v="35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lovelacer88" userId="49ddb64d-4bff-4b30-9c5f-273f1f5b6705" providerId="ADAL" clId="{C010B989-DE17-4C30-9A61-C38540957C64}" dt="2025-09-04T14:09:59.439" v="36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lovelacer88" userId="49ddb64d-4bff-4b30-9c5f-273f1f5b6705" providerId="ADAL" clId="{C010B989-DE17-4C30-9A61-C38540957C64}" dt="2025-09-04T14:10:04.589" v="37" actId="1076"/>
          <ac:spMkLst>
            <pc:docMk/>
            <pc:sldMk cId="0" sldId="256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LSUS_CONNECT – Business Model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4846"/>
            <a:ext cx="3254674" cy="14157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366"/>
                </a:solidFill>
              </a:rPr>
              <a:t>Key Partners</a:t>
            </a:r>
          </a:p>
          <a:p>
            <a:pPr>
              <a:defRPr sz="1200"/>
            </a:pPr>
            <a:r>
              <a:rPr dirty="0"/>
              <a:t>LSUS admin (Student Affairs, IT, Housing)</a:t>
            </a:r>
          </a:p>
          <a:p>
            <a:pPr>
              <a:defRPr sz="1200"/>
            </a:pPr>
            <a:r>
              <a:rPr dirty="0"/>
              <a:t>SGA &amp; GSA</a:t>
            </a:r>
          </a:p>
          <a:p>
            <a:pPr>
              <a:defRPr sz="1200"/>
            </a:pPr>
            <a:r>
              <a:rPr dirty="0"/>
              <a:t>Campus clubs &amp; organizations</a:t>
            </a:r>
          </a:p>
          <a:p>
            <a:pPr>
              <a:defRPr sz="1200"/>
            </a:pPr>
            <a:r>
              <a:rPr dirty="0"/>
              <a:t>Cloud service providers (AWS, MongoDB, Netlify, </a:t>
            </a:r>
            <a:br>
              <a:rPr lang="en-US" dirty="0"/>
            </a:br>
            <a:r>
              <a:rPr dirty="0" err="1"/>
              <a:t>Vercel</a:t>
            </a:r>
            <a:r>
              <a:rPr dirty="0"/>
              <a:t>)</a:t>
            </a:r>
          </a:p>
          <a:p>
            <a:pPr>
              <a:defRPr sz="1200"/>
            </a:pPr>
            <a:r>
              <a:rPr dirty="0"/>
              <a:t>Local businesses (ads &amp; sponsorships)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2740" y="948726"/>
            <a:ext cx="2724912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03366"/>
                </a:solidFill>
              </a:rPr>
              <a:t>Key Activities</a:t>
            </a:r>
          </a:p>
          <a:p>
            <a:pPr>
              <a:defRPr sz="1200"/>
            </a:pPr>
            <a:r>
              <a:rPr dirty="0"/>
              <a:t>Develop &amp; maintain MERN web app</a:t>
            </a:r>
          </a:p>
          <a:p>
            <a:pPr>
              <a:defRPr sz="1200"/>
            </a:pPr>
            <a:r>
              <a:rPr dirty="0"/>
              <a:t>Moderate listings &amp; community</a:t>
            </a:r>
          </a:p>
          <a:p>
            <a:pPr>
              <a:defRPr sz="1200"/>
            </a:pPr>
            <a:r>
              <a:rPr dirty="0"/>
              <a:t>Manage secure login with university email</a:t>
            </a:r>
          </a:p>
          <a:p>
            <a:pPr>
              <a:defRPr sz="1200"/>
            </a:pPr>
            <a:r>
              <a:rPr dirty="0"/>
              <a:t>Campus outreach &amp; onboarding</a:t>
            </a:r>
          </a:p>
          <a:p>
            <a:pPr>
              <a:defRPr sz="1200"/>
            </a:pPr>
            <a:r>
              <a:rPr dirty="0"/>
              <a:t>Continuous feedback and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999018"/>
            <a:ext cx="3200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366"/>
                </a:solidFill>
              </a:rPr>
              <a:t>Key Resources</a:t>
            </a:r>
          </a:p>
          <a:p>
            <a:pPr>
              <a:defRPr sz="1200"/>
            </a:pPr>
            <a:r>
              <a:rPr dirty="0"/>
              <a:t>Student dev team &amp; advisors</a:t>
            </a:r>
          </a:p>
          <a:p>
            <a:pPr>
              <a:defRPr sz="1200"/>
            </a:pPr>
            <a:r>
              <a:rPr dirty="0"/>
              <a:t>Cloud infrastructure</a:t>
            </a:r>
          </a:p>
          <a:p>
            <a:pPr>
              <a:defRPr sz="1200"/>
            </a:pPr>
            <a:r>
              <a:rPr dirty="0"/>
              <a:t>LSUS email authentication system</a:t>
            </a:r>
          </a:p>
          <a:p>
            <a:pPr>
              <a:defRPr sz="1200"/>
            </a:pPr>
            <a:r>
              <a:rPr dirty="0"/>
              <a:t>Marketing channels on campus</a:t>
            </a:r>
          </a:p>
          <a:p>
            <a:pPr>
              <a:defRPr sz="1200"/>
            </a:pPr>
            <a:r>
              <a:rPr dirty="0"/>
              <a:t>Admin dashboard for moderation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1474" y="2863620"/>
            <a:ext cx="3200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366"/>
                </a:solidFill>
              </a:rPr>
              <a:t>Value Proposition</a:t>
            </a:r>
          </a:p>
          <a:p>
            <a:pPr>
              <a:defRPr sz="1200"/>
            </a:pPr>
            <a:r>
              <a:rPr dirty="0"/>
              <a:t>Safe, campus-only platform</a:t>
            </a:r>
          </a:p>
          <a:p>
            <a:pPr>
              <a:defRPr sz="1200"/>
            </a:pPr>
            <a:r>
              <a:rPr dirty="0"/>
              <a:t>Affordable, trusted student marketplace</a:t>
            </a:r>
          </a:p>
          <a:p>
            <a:pPr>
              <a:defRPr sz="1200"/>
            </a:pPr>
            <a:r>
              <a:rPr dirty="0"/>
              <a:t>Hub for events &amp; announcements</a:t>
            </a:r>
          </a:p>
          <a:p>
            <a:pPr>
              <a:defRPr sz="1200"/>
            </a:pPr>
            <a:r>
              <a:rPr dirty="0"/>
              <a:t>Fosters sustainability &amp; reduces waste</a:t>
            </a:r>
          </a:p>
          <a:p>
            <a:pPr>
              <a:defRPr sz="1200"/>
            </a:pPr>
            <a:r>
              <a:rPr dirty="0"/>
              <a:t>Strengthens student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65306" y="2856024"/>
            <a:ext cx="3200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366"/>
                </a:solidFill>
              </a:rPr>
              <a:t>Customer Relationships</a:t>
            </a:r>
          </a:p>
          <a:p>
            <a:pPr>
              <a:defRPr sz="1200"/>
            </a:pPr>
            <a:r>
              <a:rPr dirty="0"/>
              <a:t>Self-service listings &amp; events</a:t>
            </a:r>
          </a:p>
          <a:p>
            <a:pPr>
              <a:defRPr sz="1200"/>
            </a:pPr>
            <a:r>
              <a:rPr dirty="0"/>
              <a:t>Peer-to-peer interactions</a:t>
            </a:r>
          </a:p>
          <a:p>
            <a:pPr>
              <a:defRPr sz="1200"/>
            </a:pPr>
            <a:r>
              <a:rPr dirty="0"/>
              <a:t>Admin support &amp; moderation</a:t>
            </a:r>
          </a:p>
          <a:p>
            <a:pPr>
              <a:defRPr sz="1200"/>
            </a:pPr>
            <a:r>
              <a:rPr dirty="0"/>
              <a:t>Community-driven feedback</a:t>
            </a:r>
          </a:p>
          <a:p>
            <a:pPr>
              <a:defRPr sz="1200"/>
            </a:pPr>
            <a:r>
              <a:rPr dirty="0"/>
              <a:t>Student engagement through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8067" y="2848428"/>
            <a:ext cx="3872485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366"/>
                </a:solidFill>
              </a:rPr>
              <a:t>Channels</a:t>
            </a:r>
          </a:p>
          <a:p>
            <a:pPr>
              <a:defRPr sz="1200"/>
            </a:pPr>
            <a:r>
              <a:rPr dirty="0"/>
              <a:t>Responsive web app (PWA)</a:t>
            </a:r>
          </a:p>
          <a:p>
            <a:pPr>
              <a:defRPr sz="1200"/>
            </a:pPr>
            <a:r>
              <a:rPr dirty="0"/>
              <a:t>Campus orgs &amp; student ambassadors</a:t>
            </a:r>
          </a:p>
          <a:p>
            <a:pPr>
              <a:defRPr sz="1200"/>
            </a:pPr>
            <a:r>
              <a:rPr dirty="0"/>
              <a:t>Social media (Instagram, Discord, Facebook)</a:t>
            </a:r>
          </a:p>
          <a:p>
            <a:pPr>
              <a:defRPr sz="1200"/>
            </a:pPr>
            <a:r>
              <a:rPr dirty="0"/>
              <a:t>Posters &amp; QR codes on campus</a:t>
            </a:r>
          </a:p>
          <a:p>
            <a:pPr>
              <a:defRPr sz="1200"/>
            </a:pPr>
            <a:r>
              <a:rPr dirty="0"/>
              <a:t>Orientation programs for new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337" y="4748832"/>
            <a:ext cx="3200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366"/>
                </a:solidFill>
              </a:rPr>
              <a:t>Customer Segments</a:t>
            </a:r>
          </a:p>
          <a:p>
            <a:pPr>
              <a:defRPr sz="1200"/>
            </a:pPr>
            <a:r>
              <a:rPr dirty="0"/>
              <a:t>Primary: LSUS students (UG &amp; grad)</a:t>
            </a:r>
          </a:p>
          <a:p>
            <a:pPr>
              <a:defRPr sz="1200"/>
            </a:pPr>
            <a:r>
              <a:rPr dirty="0"/>
              <a:t>Secondary: Clubs &amp; organizations</a:t>
            </a:r>
          </a:p>
          <a:p>
            <a:pPr>
              <a:defRPr sz="1200"/>
            </a:pPr>
            <a:r>
              <a:rPr dirty="0"/>
              <a:t>Tertiary: University administration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3812" y="4733640"/>
            <a:ext cx="3200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366"/>
                </a:solidFill>
              </a:rPr>
              <a:t>Cost Structure</a:t>
            </a:r>
          </a:p>
          <a:p>
            <a:pPr>
              <a:defRPr sz="1200"/>
            </a:pPr>
            <a:r>
              <a:rPr dirty="0"/>
              <a:t>App hosting &amp; cloud storage</a:t>
            </a:r>
          </a:p>
          <a:p>
            <a:pPr>
              <a:defRPr sz="1200"/>
            </a:pPr>
            <a:r>
              <a:rPr dirty="0"/>
              <a:t>Ongoing maintenance &amp; bug fixes</a:t>
            </a:r>
          </a:p>
          <a:p>
            <a:pPr>
              <a:defRPr sz="1200"/>
            </a:pPr>
            <a:r>
              <a:rPr dirty="0"/>
              <a:t>Marketing &amp; awareness campaigns</a:t>
            </a:r>
          </a:p>
          <a:p>
            <a:pPr>
              <a:defRPr sz="1200"/>
            </a:pPr>
            <a:r>
              <a:rPr dirty="0"/>
              <a:t>Security &amp; data protection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4719996"/>
            <a:ext cx="3200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366"/>
                </a:solidFill>
              </a:rPr>
              <a:t>Revenue Streams</a:t>
            </a:r>
          </a:p>
          <a:p>
            <a:pPr>
              <a:defRPr sz="1200"/>
            </a:pPr>
            <a:r>
              <a:rPr dirty="0"/>
              <a:t>Free service for students</a:t>
            </a:r>
          </a:p>
          <a:p>
            <a:pPr>
              <a:defRPr sz="1200"/>
            </a:pPr>
            <a:r>
              <a:rPr dirty="0"/>
              <a:t>Optional premium listing features</a:t>
            </a:r>
          </a:p>
          <a:p>
            <a:pPr>
              <a:defRPr sz="1200"/>
            </a:pPr>
            <a:r>
              <a:rPr dirty="0"/>
              <a:t>Sponsored events &amp; announcements</a:t>
            </a:r>
          </a:p>
          <a:p>
            <a:pPr>
              <a:defRPr sz="1200"/>
            </a:pPr>
            <a:r>
              <a:rPr dirty="0"/>
              <a:t>Local business ads</a:t>
            </a:r>
          </a:p>
          <a:p>
            <a:pPr>
              <a:defRPr sz="1200"/>
            </a:pPr>
            <a:r>
              <a:rPr dirty="0"/>
              <a:t>University support or funding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229</Words>
  <Application>Microsoft Office PowerPoint</Application>
  <PresentationFormat>On-screen Show (4:3)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lovelacer88</cp:lastModifiedBy>
  <cp:revision>1</cp:revision>
  <dcterms:created xsi:type="dcterms:W3CDTF">2013-01-27T09:14:16Z</dcterms:created>
  <dcterms:modified xsi:type="dcterms:W3CDTF">2025-09-04T14:10:10Z</dcterms:modified>
  <cp:category/>
</cp:coreProperties>
</file>